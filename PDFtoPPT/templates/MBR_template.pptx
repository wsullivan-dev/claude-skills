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notesSlides/notesSlide1.xml" ContentType="application/vnd.openxmlformats-officedocument.presentationml.notesSlide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notesSlides/notesSlide2.xml" ContentType="application/vnd.openxmlformats-officedocument.presentationml.notesSlide+xml"/>
  <Override PartName="/ppt/tags/tag385.xml" ContentType="application/vnd.openxmlformats-officedocument.presentationml.tags+xml"/>
  <Override PartName="/ppt/notesSlides/notesSlide3.xml" ContentType="application/vnd.openxmlformats-officedocument.presentationml.notesSlide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3" r:id="rId4"/>
    <p:sldMasterId id="2147483865" r:id="rId5"/>
  </p:sldMasterIdLst>
  <p:notesMasterIdLst>
    <p:notesMasterId r:id="rId18"/>
  </p:notesMasterIdLst>
  <p:handoutMasterIdLst>
    <p:handoutMasterId r:id="rId19"/>
  </p:handoutMasterIdLst>
  <p:sldIdLst>
    <p:sldId id="2147471306" r:id="rId6"/>
    <p:sldId id="2147471331" r:id="rId7"/>
    <p:sldId id="2147471521" r:id="rId8"/>
    <p:sldId id="2147471517" r:id="rId9"/>
    <p:sldId id="2147471518" r:id="rId10"/>
    <p:sldId id="2147471524" r:id="rId11"/>
    <p:sldId id="2147471522" r:id="rId12"/>
    <p:sldId id="2147471523" r:id="rId13"/>
    <p:sldId id="2147471527" r:id="rId14"/>
    <p:sldId id="2147471525" r:id="rId15"/>
    <p:sldId id="2147471526" r:id="rId16"/>
    <p:sldId id="2147471529" r:id="rId17"/>
  </p:sldIdLst>
  <p:sldSz cx="12192000" cy="6858000"/>
  <p:notesSz cx="6858000" cy="9144000"/>
  <p:custDataLst>
    <p:tags r:id="rId20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" id="{7295C9B3-76C4-9A40-B779-66AE9833B4E4}">
          <p14:sldIdLst/>
        </p14:section>
        <p14:section name="1a. Executive summary" id="{0570B3CF-3C8C-DA44-83F0-4EE4BE19C8C3}">
          <p14:sldIdLst>
            <p14:sldId id="2147471306"/>
            <p14:sldId id="2147471331"/>
            <p14:sldId id="2147471521"/>
            <p14:sldId id="2147471517"/>
            <p14:sldId id="2147471518"/>
            <p14:sldId id="2147471524"/>
            <p14:sldId id="2147471522"/>
            <p14:sldId id="2147471523"/>
            <p14:sldId id="2147471527"/>
            <p14:sldId id="2147471525"/>
            <p14:sldId id="2147471526"/>
            <p14:sldId id="2147471529"/>
          </p14:sldIdLst>
        </p14:section>
        <p14:section name="Appendix C. Frameworks" id="{C3D61537-03AB-A44E-B8D9-6456ABA3BD67}">
          <p14:sldIdLst/>
        </p14:section>
        <p14:section name="End" id="{4294C5DB-D966-6844-ADE1-3492AD7FCC3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061F32"/>
    <a:srgbClr val="00B050"/>
    <a:srgbClr val="FFF2D9"/>
    <a:srgbClr val="73F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37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11/13/25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11/13/25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D85DF-60DB-614D-B28C-C4AFD0F4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0EE92-6A73-7D7E-332B-1B80595E7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C17DE-5F18-892A-81B4-953873AAA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1D65F-1E36-9460-233C-830EB2340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1329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924DE-BEDB-F8CE-5D0B-451483A54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F0325-5282-0C62-EF08-45A37478A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22271-23AA-632A-C6DA-FB099804A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496A1-E3AF-B782-B450-5C865B649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14588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139A-C923-235E-8F19-8B813BAD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354B4-CF33-54D1-35C8-3DC06664A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BF9B7-EEC7-5967-4FBD-94E35B9F8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3CAC9-BADE-BB67-3A74-147936F3F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81185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CFE5352A-27D4-5B5E-94F4-A9163D9E7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>
            <a:extLst>
              <a:ext uri="{FF2B5EF4-FFF2-40B4-BE49-F238E27FC236}">
                <a16:creationId xmlns:a16="http://schemas.microsoft.com/office/drawing/2014/main" id="{F2E14BEE-4034-CC8A-C735-2B326C6B71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43125" rIns="86250" bIns="43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lang="en-DK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Google Shape;182;p1:notes">
            <a:extLst>
              <a:ext uri="{FF2B5EF4-FFF2-40B4-BE49-F238E27FC236}">
                <a16:creationId xmlns:a16="http://schemas.microsoft.com/office/drawing/2014/main" id="{90A9F09C-8255-EA18-0D51-4143FD77B7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7333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image" Target="../media/image2.emf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oleObject" Target="../embeddings/oleObject2.bin"/><Relationship Id="rId5" Type="http://schemas.openxmlformats.org/officeDocument/2006/relationships/tags" Target="../tags/tag5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1.xml"/><Relationship Id="rId9" Type="http://schemas.openxmlformats.org/officeDocument/2006/relationships/tags" Target="../tags/tag56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oleObject" Target="../embeddings/oleObject3.bin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image" Target="../media/image3.emf"/><Relationship Id="rId5" Type="http://schemas.openxmlformats.org/officeDocument/2006/relationships/tags" Target="../tags/tag72.xml"/><Relationship Id="rId10" Type="http://schemas.openxmlformats.org/officeDocument/2006/relationships/oleObject" Target="../embeddings/oleObject4.bin"/><Relationship Id="rId4" Type="http://schemas.openxmlformats.org/officeDocument/2006/relationships/tags" Target="../tags/tag71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tags" Target="../tags/tag100.xml"/><Relationship Id="rId18" Type="http://schemas.openxmlformats.org/officeDocument/2006/relationships/tags" Target="../tags/tag105.xml"/><Relationship Id="rId26" Type="http://schemas.openxmlformats.org/officeDocument/2006/relationships/image" Target="../media/image1.emf"/><Relationship Id="rId3" Type="http://schemas.openxmlformats.org/officeDocument/2006/relationships/tags" Target="../tags/tag90.xml"/><Relationship Id="rId21" Type="http://schemas.openxmlformats.org/officeDocument/2006/relationships/tags" Target="../tags/tag108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17" Type="http://schemas.openxmlformats.org/officeDocument/2006/relationships/tags" Target="../tags/tag104.xml"/><Relationship Id="rId25" Type="http://schemas.openxmlformats.org/officeDocument/2006/relationships/oleObject" Target="../embeddings/oleObject5.bin"/><Relationship Id="rId2" Type="http://schemas.openxmlformats.org/officeDocument/2006/relationships/tags" Target="../tags/tag89.xml"/><Relationship Id="rId16" Type="http://schemas.openxmlformats.org/officeDocument/2006/relationships/tags" Target="../tags/tag103.xml"/><Relationship Id="rId20" Type="http://schemas.openxmlformats.org/officeDocument/2006/relationships/tags" Target="../tags/tag107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24" Type="http://schemas.openxmlformats.org/officeDocument/2006/relationships/slideMaster" Target="../slideMasters/slideMaster1.xml"/><Relationship Id="rId5" Type="http://schemas.openxmlformats.org/officeDocument/2006/relationships/tags" Target="../tags/tag92.xml"/><Relationship Id="rId15" Type="http://schemas.openxmlformats.org/officeDocument/2006/relationships/tags" Target="../tags/tag102.xml"/><Relationship Id="rId23" Type="http://schemas.openxmlformats.org/officeDocument/2006/relationships/tags" Target="../tags/tag110.xml"/><Relationship Id="rId10" Type="http://schemas.openxmlformats.org/officeDocument/2006/relationships/tags" Target="../tags/tag97.xml"/><Relationship Id="rId19" Type="http://schemas.openxmlformats.org/officeDocument/2006/relationships/tags" Target="../tags/tag106.xml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tags" Target="../tags/tag101.xml"/><Relationship Id="rId22" Type="http://schemas.openxmlformats.org/officeDocument/2006/relationships/tags" Target="../tags/tag109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tags" Target="../tags/tag123.xml"/><Relationship Id="rId18" Type="http://schemas.openxmlformats.org/officeDocument/2006/relationships/tags" Target="../tags/tag128.xml"/><Relationship Id="rId26" Type="http://schemas.openxmlformats.org/officeDocument/2006/relationships/image" Target="../media/image1.emf"/><Relationship Id="rId3" Type="http://schemas.openxmlformats.org/officeDocument/2006/relationships/tags" Target="../tags/tag113.xml"/><Relationship Id="rId21" Type="http://schemas.openxmlformats.org/officeDocument/2006/relationships/tags" Target="../tags/tag131.xml"/><Relationship Id="rId7" Type="http://schemas.openxmlformats.org/officeDocument/2006/relationships/tags" Target="../tags/tag117.xml"/><Relationship Id="rId12" Type="http://schemas.openxmlformats.org/officeDocument/2006/relationships/tags" Target="../tags/tag122.xml"/><Relationship Id="rId17" Type="http://schemas.openxmlformats.org/officeDocument/2006/relationships/tags" Target="../tags/tag127.xml"/><Relationship Id="rId25" Type="http://schemas.openxmlformats.org/officeDocument/2006/relationships/oleObject" Target="../embeddings/oleObject6.bin"/><Relationship Id="rId2" Type="http://schemas.openxmlformats.org/officeDocument/2006/relationships/tags" Target="../tags/tag112.xml"/><Relationship Id="rId16" Type="http://schemas.openxmlformats.org/officeDocument/2006/relationships/tags" Target="../tags/tag126.xml"/><Relationship Id="rId20" Type="http://schemas.openxmlformats.org/officeDocument/2006/relationships/tags" Target="../tags/tag130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24" Type="http://schemas.openxmlformats.org/officeDocument/2006/relationships/slideMaster" Target="../slideMasters/slideMaster1.xml"/><Relationship Id="rId5" Type="http://schemas.openxmlformats.org/officeDocument/2006/relationships/tags" Target="../tags/tag115.xml"/><Relationship Id="rId15" Type="http://schemas.openxmlformats.org/officeDocument/2006/relationships/tags" Target="../tags/tag125.xml"/><Relationship Id="rId23" Type="http://schemas.openxmlformats.org/officeDocument/2006/relationships/tags" Target="../tags/tag133.xml"/><Relationship Id="rId10" Type="http://schemas.openxmlformats.org/officeDocument/2006/relationships/tags" Target="../tags/tag120.xml"/><Relationship Id="rId19" Type="http://schemas.openxmlformats.org/officeDocument/2006/relationships/tags" Target="../tags/tag129.xml"/><Relationship Id="rId4" Type="http://schemas.openxmlformats.org/officeDocument/2006/relationships/tags" Target="../tags/tag114.xml"/><Relationship Id="rId9" Type="http://schemas.openxmlformats.org/officeDocument/2006/relationships/tags" Target="../tags/tag119.xml"/><Relationship Id="rId14" Type="http://schemas.openxmlformats.org/officeDocument/2006/relationships/tags" Target="../tags/tag124.xml"/><Relationship Id="rId22" Type="http://schemas.openxmlformats.org/officeDocument/2006/relationships/tags" Target="../tags/tag13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18" Type="http://schemas.openxmlformats.org/officeDocument/2006/relationships/tags" Target="../tags/tag151.xml"/><Relationship Id="rId26" Type="http://schemas.openxmlformats.org/officeDocument/2006/relationships/slideMaster" Target="../slideMasters/slideMaster1.xml"/><Relationship Id="rId3" Type="http://schemas.openxmlformats.org/officeDocument/2006/relationships/tags" Target="../tags/tag136.xml"/><Relationship Id="rId21" Type="http://schemas.openxmlformats.org/officeDocument/2006/relationships/tags" Target="../tags/tag154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17" Type="http://schemas.openxmlformats.org/officeDocument/2006/relationships/tags" Target="../tags/tag150.xml"/><Relationship Id="rId25" Type="http://schemas.openxmlformats.org/officeDocument/2006/relationships/tags" Target="../tags/tag158.xml"/><Relationship Id="rId2" Type="http://schemas.openxmlformats.org/officeDocument/2006/relationships/tags" Target="../tags/tag135.xml"/><Relationship Id="rId16" Type="http://schemas.openxmlformats.org/officeDocument/2006/relationships/tags" Target="../tags/tag149.xml"/><Relationship Id="rId20" Type="http://schemas.openxmlformats.org/officeDocument/2006/relationships/tags" Target="../tags/tag153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24" Type="http://schemas.openxmlformats.org/officeDocument/2006/relationships/tags" Target="../tags/tag157.xml"/><Relationship Id="rId5" Type="http://schemas.openxmlformats.org/officeDocument/2006/relationships/tags" Target="../tags/tag138.xml"/><Relationship Id="rId15" Type="http://schemas.openxmlformats.org/officeDocument/2006/relationships/tags" Target="../tags/tag148.xml"/><Relationship Id="rId23" Type="http://schemas.openxmlformats.org/officeDocument/2006/relationships/tags" Target="../tags/tag156.xml"/><Relationship Id="rId28" Type="http://schemas.openxmlformats.org/officeDocument/2006/relationships/image" Target="../media/image1.emf"/><Relationship Id="rId10" Type="http://schemas.openxmlformats.org/officeDocument/2006/relationships/tags" Target="../tags/tag143.xml"/><Relationship Id="rId19" Type="http://schemas.openxmlformats.org/officeDocument/2006/relationships/tags" Target="../tags/tag152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tags" Target="../tags/tag147.xml"/><Relationship Id="rId22" Type="http://schemas.openxmlformats.org/officeDocument/2006/relationships/tags" Target="../tags/tag155.xml"/><Relationship Id="rId27" Type="http://schemas.openxmlformats.org/officeDocument/2006/relationships/oleObject" Target="../embeddings/oleObject7.bin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18" Type="http://schemas.openxmlformats.org/officeDocument/2006/relationships/tags" Target="../tags/tag176.xml"/><Relationship Id="rId26" Type="http://schemas.openxmlformats.org/officeDocument/2006/relationships/slideMaster" Target="../slideMasters/slideMaster1.xml"/><Relationship Id="rId3" Type="http://schemas.openxmlformats.org/officeDocument/2006/relationships/tags" Target="../tags/tag161.xml"/><Relationship Id="rId21" Type="http://schemas.openxmlformats.org/officeDocument/2006/relationships/tags" Target="../tags/tag179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17" Type="http://schemas.openxmlformats.org/officeDocument/2006/relationships/tags" Target="../tags/tag175.xml"/><Relationship Id="rId25" Type="http://schemas.openxmlformats.org/officeDocument/2006/relationships/tags" Target="../tags/tag183.xml"/><Relationship Id="rId2" Type="http://schemas.openxmlformats.org/officeDocument/2006/relationships/tags" Target="../tags/tag160.xml"/><Relationship Id="rId16" Type="http://schemas.openxmlformats.org/officeDocument/2006/relationships/tags" Target="../tags/tag174.xml"/><Relationship Id="rId20" Type="http://schemas.openxmlformats.org/officeDocument/2006/relationships/tags" Target="../tags/tag178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24" Type="http://schemas.openxmlformats.org/officeDocument/2006/relationships/tags" Target="../tags/tag182.xml"/><Relationship Id="rId5" Type="http://schemas.openxmlformats.org/officeDocument/2006/relationships/tags" Target="../tags/tag163.xml"/><Relationship Id="rId15" Type="http://schemas.openxmlformats.org/officeDocument/2006/relationships/tags" Target="../tags/tag173.xml"/><Relationship Id="rId23" Type="http://schemas.openxmlformats.org/officeDocument/2006/relationships/tags" Target="../tags/tag181.xml"/><Relationship Id="rId28" Type="http://schemas.openxmlformats.org/officeDocument/2006/relationships/image" Target="../media/image1.emf"/><Relationship Id="rId10" Type="http://schemas.openxmlformats.org/officeDocument/2006/relationships/tags" Target="../tags/tag168.xml"/><Relationship Id="rId19" Type="http://schemas.openxmlformats.org/officeDocument/2006/relationships/tags" Target="../tags/tag177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Relationship Id="rId22" Type="http://schemas.openxmlformats.org/officeDocument/2006/relationships/tags" Target="../tags/tag180.xml"/><Relationship Id="rId27" Type="http://schemas.openxmlformats.org/officeDocument/2006/relationships/oleObject" Target="../embeddings/oleObject7.bin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tags" Target="../tags/tag196.xml"/><Relationship Id="rId18" Type="http://schemas.openxmlformats.org/officeDocument/2006/relationships/tags" Target="../tags/tag201.xml"/><Relationship Id="rId26" Type="http://schemas.openxmlformats.org/officeDocument/2006/relationships/slideMaster" Target="../slideMasters/slideMaster1.xml"/><Relationship Id="rId3" Type="http://schemas.openxmlformats.org/officeDocument/2006/relationships/tags" Target="../tags/tag186.xml"/><Relationship Id="rId21" Type="http://schemas.openxmlformats.org/officeDocument/2006/relationships/tags" Target="../tags/tag204.xml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tags" Target="../tags/tag200.xml"/><Relationship Id="rId25" Type="http://schemas.openxmlformats.org/officeDocument/2006/relationships/tags" Target="../tags/tag208.xml"/><Relationship Id="rId2" Type="http://schemas.openxmlformats.org/officeDocument/2006/relationships/tags" Target="../tags/tag185.xml"/><Relationship Id="rId16" Type="http://schemas.openxmlformats.org/officeDocument/2006/relationships/tags" Target="../tags/tag199.xml"/><Relationship Id="rId20" Type="http://schemas.openxmlformats.org/officeDocument/2006/relationships/tags" Target="../tags/tag203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24" Type="http://schemas.openxmlformats.org/officeDocument/2006/relationships/tags" Target="../tags/tag207.xml"/><Relationship Id="rId5" Type="http://schemas.openxmlformats.org/officeDocument/2006/relationships/tags" Target="../tags/tag188.xml"/><Relationship Id="rId15" Type="http://schemas.openxmlformats.org/officeDocument/2006/relationships/tags" Target="../tags/tag198.xml"/><Relationship Id="rId23" Type="http://schemas.openxmlformats.org/officeDocument/2006/relationships/tags" Target="../tags/tag206.xml"/><Relationship Id="rId28" Type="http://schemas.openxmlformats.org/officeDocument/2006/relationships/image" Target="../media/image4.emf"/><Relationship Id="rId10" Type="http://schemas.openxmlformats.org/officeDocument/2006/relationships/tags" Target="../tags/tag193.xml"/><Relationship Id="rId19" Type="http://schemas.openxmlformats.org/officeDocument/2006/relationships/tags" Target="../tags/tag202.xml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tags" Target="../tags/tag197.xml"/><Relationship Id="rId22" Type="http://schemas.openxmlformats.org/officeDocument/2006/relationships/tags" Target="../tags/tag205.xml"/><Relationship Id="rId27" Type="http://schemas.openxmlformats.org/officeDocument/2006/relationships/oleObject" Target="../embeddings/oleObject8.bin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13" Type="http://schemas.openxmlformats.org/officeDocument/2006/relationships/tags" Target="../tags/tag221.xml"/><Relationship Id="rId18" Type="http://schemas.openxmlformats.org/officeDocument/2006/relationships/tags" Target="../tags/tag226.xml"/><Relationship Id="rId3" Type="http://schemas.openxmlformats.org/officeDocument/2006/relationships/tags" Target="../tags/tag211.xml"/><Relationship Id="rId21" Type="http://schemas.openxmlformats.org/officeDocument/2006/relationships/tags" Target="../tags/tag229.xml"/><Relationship Id="rId7" Type="http://schemas.openxmlformats.org/officeDocument/2006/relationships/tags" Target="../tags/tag215.xml"/><Relationship Id="rId12" Type="http://schemas.openxmlformats.org/officeDocument/2006/relationships/tags" Target="../tags/tag220.xml"/><Relationship Id="rId17" Type="http://schemas.openxmlformats.org/officeDocument/2006/relationships/tags" Target="../tags/tag225.xml"/><Relationship Id="rId2" Type="http://schemas.openxmlformats.org/officeDocument/2006/relationships/tags" Target="../tags/tag210.xml"/><Relationship Id="rId16" Type="http://schemas.openxmlformats.org/officeDocument/2006/relationships/tags" Target="../tags/tag224.xml"/><Relationship Id="rId20" Type="http://schemas.openxmlformats.org/officeDocument/2006/relationships/tags" Target="../tags/tag228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tags" Target="../tags/tag219.xml"/><Relationship Id="rId24" Type="http://schemas.openxmlformats.org/officeDocument/2006/relationships/image" Target="../media/image1.emf"/><Relationship Id="rId5" Type="http://schemas.openxmlformats.org/officeDocument/2006/relationships/tags" Target="../tags/tag213.xml"/><Relationship Id="rId15" Type="http://schemas.openxmlformats.org/officeDocument/2006/relationships/tags" Target="../tags/tag223.xml"/><Relationship Id="rId23" Type="http://schemas.openxmlformats.org/officeDocument/2006/relationships/oleObject" Target="../embeddings/oleObject9.bin"/><Relationship Id="rId10" Type="http://schemas.openxmlformats.org/officeDocument/2006/relationships/tags" Target="../tags/tag218.xml"/><Relationship Id="rId19" Type="http://schemas.openxmlformats.org/officeDocument/2006/relationships/tags" Target="../tags/tag227.xml"/><Relationship Id="rId4" Type="http://schemas.openxmlformats.org/officeDocument/2006/relationships/tags" Target="../tags/tag212.xml"/><Relationship Id="rId9" Type="http://schemas.openxmlformats.org/officeDocument/2006/relationships/tags" Target="../tags/tag217.xml"/><Relationship Id="rId14" Type="http://schemas.openxmlformats.org/officeDocument/2006/relationships/tags" Target="../tags/tag222.xml"/><Relationship Id="rId2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32.xml"/><Relationship Id="rId7" Type="http://schemas.openxmlformats.org/officeDocument/2006/relationships/oleObject" Target="../embeddings/oleObject10.bin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34.xml"/><Relationship Id="rId4" Type="http://schemas.openxmlformats.org/officeDocument/2006/relationships/tags" Target="../tags/tag233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3" Type="http://schemas.openxmlformats.org/officeDocument/2006/relationships/tags" Target="../tags/tag237.xml"/><Relationship Id="rId7" Type="http://schemas.openxmlformats.org/officeDocument/2006/relationships/tags" Target="../tags/tag241.xml"/><Relationship Id="rId2" Type="http://schemas.openxmlformats.org/officeDocument/2006/relationships/tags" Target="../tags/tag236.xml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image" Target="../media/image5.emf"/><Relationship Id="rId5" Type="http://schemas.openxmlformats.org/officeDocument/2006/relationships/tags" Target="../tags/tag239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238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" Type="http://schemas.openxmlformats.org/officeDocument/2006/relationships/tags" Target="../tags/tag246.xml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9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1.xml"/><Relationship Id="rId1" Type="http://schemas.openxmlformats.org/officeDocument/2006/relationships/tags" Target="../tags/tag25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3.xml"/><Relationship Id="rId1" Type="http://schemas.openxmlformats.org/officeDocument/2006/relationships/tags" Target="../tags/tag252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2.bin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28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9" Type="http://schemas.openxmlformats.org/officeDocument/2006/relationships/image" Target="../media/image2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86.xml"/><Relationship Id="rId7" Type="http://schemas.openxmlformats.org/officeDocument/2006/relationships/tags" Target="../tags/tag290.xml"/><Relationship Id="rId2" Type="http://schemas.openxmlformats.org/officeDocument/2006/relationships/tags" Target="../tags/tag285.xml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10" Type="http://schemas.openxmlformats.org/officeDocument/2006/relationships/image" Target="../media/image1.emf"/><Relationship Id="rId4" Type="http://schemas.openxmlformats.org/officeDocument/2006/relationships/tags" Target="../tags/tag287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293.xml"/><Relationship Id="rId7" Type="http://schemas.openxmlformats.org/officeDocument/2006/relationships/oleObject" Target="../embeddings/oleObject16.bin"/><Relationship Id="rId2" Type="http://schemas.openxmlformats.org/officeDocument/2006/relationships/tags" Target="../tags/tag292.xml"/><Relationship Id="rId1" Type="http://schemas.openxmlformats.org/officeDocument/2006/relationships/tags" Target="../tags/tag29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95.xml"/><Relationship Id="rId4" Type="http://schemas.openxmlformats.org/officeDocument/2006/relationships/tags" Target="../tags/tag29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" Type="http://schemas.openxmlformats.org/officeDocument/2006/relationships/tags" Target="../tags/tag29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99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tags" Target="../tags/tag30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03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311.xml"/><Relationship Id="rId13" Type="http://schemas.openxmlformats.org/officeDocument/2006/relationships/tags" Target="../tags/tag316.xml"/><Relationship Id="rId3" Type="http://schemas.openxmlformats.org/officeDocument/2006/relationships/tags" Target="../tags/tag306.xml"/><Relationship Id="rId7" Type="http://schemas.openxmlformats.org/officeDocument/2006/relationships/tags" Target="../tags/tag310.xml"/><Relationship Id="rId12" Type="http://schemas.openxmlformats.org/officeDocument/2006/relationships/tags" Target="../tags/tag315.xml"/><Relationship Id="rId2" Type="http://schemas.openxmlformats.org/officeDocument/2006/relationships/tags" Target="../tags/tag305.xml"/><Relationship Id="rId16" Type="http://schemas.openxmlformats.org/officeDocument/2006/relationships/image" Target="../media/image1.emf"/><Relationship Id="rId1" Type="http://schemas.openxmlformats.org/officeDocument/2006/relationships/tags" Target="../tags/tag304.xml"/><Relationship Id="rId6" Type="http://schemas.openxmlformats.org/officeDocument/2006/relationships/tags" Target="../tags/tag309.xml"/><Relationship Id="rId11" Type="http://schemas.openxmlformats.org/officeDocument/2006/relationships/tags" Target="../tags/tag314.xml"/><Relationship Id="rId5" Type="http://schemas.openxmlformats.org/officeDocument/2006/relationships/tags" Target="../tags/tag308.xml"/><Relationship Id="rId15" Type="http://schemas.openxmlformats.org/officeDocument/2006/relationships/oleObject" Target="../embeddings/oleObject17.bin"/><Relationship Id="rId10" Type="http://schemas.openxmlformats.org/officeDocument/2006/relationships/tags" Target="../tags/tag313.xml"/><Relationship Id="rId4" Type="http://schemas.openxmlformats.org/officeDocument/2006/relationships/tags" Target="../tags/tag307.xml"/><Relationship Id="rId9" Type="http://schemas.openxmlformats.org/officeDocument/2006/relationships/tags" Target="../tags/tag312.xml"/><Relationship Id="rId14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324.xml"/><Relationship Id="rId13" Type="http://schemas.openxmlformats.org/officeDocument/2006/relationships/tags" Target="../tags/tag329.xml"/><Relationship Id="rId3" Type="http://schemas.openxmlformats.org/officeDocument/2006/relationships/tags" Target="../tags/tag319.xml"/><Relationship Id="rId7" Type="http://schemas.openxmlformats.org/officeDocument/2006/relationships/tags" Target="../tags/tag323.xml"/><Relationship Id="rId12" Type="http://schemas.openxmlformats.org/officeDocument/2006/relationships/tags" Target="../tags/tag328.xml"/><Relationship Id="rId2" Type="http://schemas.openxmlformats.org/officeDocument/2006/relationships/tags" Target="../tags/tag318.xml"/><Relationship Id="rId16" Type="http://schemas.openxmlformats.org/officeDocument/2006/relationships/image" Target="../media/image1.emf"/><Relationship Id="rId1" Type="http://schemas.openxmlformats.org/officeDocument/2006/relationships/tags" Target="../tags/tag317.xml"/><Relationship Id="rId6" Type="http://schemas.openxmlformats.org/officeDocument/2006/relationships/tags" Target="../tags/tag322.xml"/><Relationship Id="rId11" Type="http://schemas.openxmlformats.org/officeDocument/2006/relationships/tags" Target="../tags/tag327.xml"/><Relationship Id="rId5" Type="http://schemas.openxmlformats.org/officeDocument/2006/relationships/tags" Target="../tags/tag321.xml"/><Relationship Id="rId15" Type="http://schemas.openxmlformats.org/officeDocument/2006/relationships/oleObject" Target="../embeddings/oleObject18.bin"/><Relationship Id="rId10" Type="http://schemas.openxmlformats.org/officeDocument/2006/relationships/tags" Target="../tags/tag326.xml"/><Relationship Id="rId4" Type="http://schemas.openxmlformats.org/officeDocument/2006/relationships/tags" Target="../tags/tag320.xml"/><Relationship Id="rId9" Type="http://schemas.openxmlformats.org/officeDocument/2006/relationships/tags" Target="../tags/tag325.xml"/><Relationship Id="rId14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37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332.xml"/><Relationship Id="rId7" Type="http://schemas.openxmlformats.org/officeDocument/2006/relationships/tags" Target="../tags/tag336.xml"/><Relationship Id="rId12" Type="http://schemas.openxmlformats.org/officeDocument/2006/relationships/tags" Target="../tags/tag341.xml"/><Relationship Id="rId2" Type="http://schemas.openxmlformats.org/officeDocument/2006/relationships/tags" Target="../tags/tag331.xml"/><Relationship Id="rId1" Type="http://schemas.openxmlformats.org/officeDocument/2006/relationships/tags" Target="../tags/tag330.xml"/><Relationship Id="rId6" Type="http://schemas.openxmlformats.org/officeDocument/2006/relationships/tags" Target="../tags/tag335.xml"/><Relationship Id="rId11" Type="http://schemas.openxmlformats.org/officeDocument/2006/relationships/tags" Target="../tags/tag340.xml"/><Relationship Id="rId5" Type="http://schemas.openxmlformats.org/officeDocument/2006/relationships/tags" Target="../tags/tag334.xml"/><Relationship Id="rId15" Type="http://schemas.openxmlformats.org/officeDocument/2006/relationships/image" Target="../media/image8.emf"/><Relationship Id="rId10" Type="http://schemas.openxmlformats.org/officeDocument/2006/relationships/tags" Target="../tags/tag339.xml"/><Relationship Id="rId4" Type="http://schemas.openxmlformats.org/officeDocument/2006/relationships/tags" Target="../tags/tag333.xml"/><Relationship Id="rId9" Type="http://schemas.openxmlformats.org/officeDocument/2006/relationships/tags" Target="../tags/tag338.xml"/><Relationship Id="rId14" Type="http://schemas.openxmlformats.org/officeDocument/2006/relationships/oleObject" Target="../embeddings/oleObject19.bin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349.xml"/><Relationship Id="rId13" Type="http://schemas.openxmlformats.org/officeDocument/2006/relationships/tags" Target="../tags/tag354.xml"/><Relationship Id="rId3" Type="http://schemas.openxmlformats.org/officeDocument/2006/relationships/tags" Target="../tags/tag344.xml"/><Relationship Id="rId7" Type="http://schemas.openxmlformats.org/officeDocument/2006/relationships/tags" Target="../tags/tag348.xml"/><Relationship Id="rId12" Type="http://schemas.openxmlformats.org/officeDocument/2006/relationships/tags" Target="../tags/tag353.xml"/><Relationship Id="rId2" Type="http://schemas.openxmlformats.org/officeDocument/2006/relationships/tags" Target="../tags/tag343.xml"/><Relationship Id="rId16" Type="http://schemas.openxmlformats.org/officeDocument/2006/relationships/image" Target="../media/image1.emf"/><Relationship Id="rId1" Type="http://schemas.openxmlformats.org/officeDocument/2006/relationships/tags" Target="../tags/tag342.xml"/><Relationship Id="rId6" Type="http://schemas.openxmlformats.org/officeDocument/2006/relationships/tags" Target="../tags/tag347.xml"/><Relationship Id="rId11" Type="http://schemas.openxmlformats.org/officeDocument/2006/relationships/tags" Target="../tags/tag352.xml"/><Relationship Id="rId5" Type="http://schemas.openxmlformats.org/officeDocument/2006/relationships/tags" Target="../tags/tag346.xml"/><Relationship Id="rId15" Type="http://schemas.openxmlformats.org/officeDocument/2006/relationships/oleObject" Target="../embeddings/oleObject20.bin"/><Relationship Id="rId10" Type="http://schemas.openxmlformats.org/officeDocument/2006/relationships/tags" Target="../tags/tag351.xml"/><Relationship Id="rId4" Type="http://schemas.openxmlformats.org/officeDocument/2006/relationships/tags" Target="../tags/tag345.xml"/><Relationship Id="rId9" Type="http://schemas.openxmlformats.org/officeDocument/2006/relationships/tags" Target="../tags/tag350.xml"/><Relationship Id="rId14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362.xml"/><Relationship Id="rId13" Type="http://schemas.openxmlformats.org/officeDocument/2006/relationships/tags" Target="../tags/tag367.xml"/><Relationship Id="rId3" Type="http://schemas.openxmlformats.org/officeDocument/2006/relationships/tags" Target="../tags/tag357.xml"/><Relationship Id="rId7" Type="http://schemas.openxmlformats.org/officeDocument/2006/relationships/tags" Target="../tags/tag361.xml"/><Relationship Id="rId12" Type="http://schemas.openxmlformats.org/officeDocument/2006/relationships/tags" Target="../tags/tag366.xml"/><Relationship Id="rId2" Type="http://schemas.openxmlformats.org/officeDocument/2006/relationships/tags" Target="../tags/tag356.xml"/><Relationship Id="rId16" Type="http://schemas.openxmlformats.org/officeDocument/2006/relationships/image" Target="../media/image9.emf"/><Relationship Id="rId1" Type="http://schemas.openxmlformats.org/officeDocument/2006/relationships/tags" Target="../tags/tag355.xml"/><Relationship Id="rId6" Type="http://schemas.openxmlformats.org/officeDocument/2006/relationships/tags" Target="../tags/tag360.xml"/><Relationship Id="rId11" Type="http://schemas.openxmlformats.org/officeDocument/2006/relationships/tags" Target="../tags/tag365.xml"/><Relationship Id="rId5" Type="http://schemas.openxmlformats.org/officeDocument/2006/relationships/tags" Target="../tags/tag359.xml"/><Relationship Id="rId15" Type="http://schemas.openxmlformats.org/officeDocument/2006/relationships/oleObject" Target="../embeddings/oleObject21.bin"/><Relationship Id="rId10" Type="http://schemas.openxmlformats.org/officeDocument/2006/relationships/tags" Target="../tags/tag364.xml"/><Relationship Id="rId4" Type="http://schemas.openxmlformats.org/officeDocument/2006/relationships/tags" Target="../tags/tag358.xml"/><Relationship Id="rId9" Type="http://schemas.openxmlformats.org/officeDocument/2006/relationships/tags" Target="../tags/tag363.xml"/><Relationship Id="rId14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" Type="http://schemas.openxmlformats.org/officeDocument/2006/relationships/tags" Target="../tags/tag368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7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73.xml"/><Relationship Id="rId1" Type="http://schemas.openxmlformats.org/officeDocument/2006/relationships/tags" Target="../tags/tag372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22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37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76.xml"/><Relationship Id="rId1" Type="http://schemas.openxmlformats.org/officeDocument/2006/relationships/tags" Target="../tags/tag375.xml"/><Relationship Id="rId6" Type="http://schemas.openxmlformats.org/officeDocument/2006/relationships/tags" Target="../tags/tag380.xml"/><Relationship Id="rId5" Type="http://schemas.openxmlformats.org/officeDocument/2006/relationships/tags" Target="../tags/tag379.xml"/><Relationship Id="rId4" Type="http://schemas.openxmlformats.org/officeDocument/2006/relationships/tags" Target="../tags/tag378.xml"/><Relationship Id="rId9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6469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44" imgH="344" progId="TCLayout.ActiveDocument.1">
                  <p:embed/>
                </p:oleObj>
              </mc:Choice>
              <mc:Fallback>
                <p:oleObj name="think-cell Slide" r:id="rId11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solidFill>
            <a:schemeClr val="tx1"/>
          </a:solidFill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BEF2C9-830A-7BCC-551D-40C1D6F338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16469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44" imgH="344" progId="TCLayout.ActiveDocument.1">
                  <p:embed/>
                </p:oleObj>
              </mc:Choice>
              <mc:Fallback>
                <p:oleObj name="think-cell Slide" r:id="rId11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EAE8FF3-BC97-4DB9-EAFC-C926D7E88442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74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13" imgH="416" progId="TCLayout.ActiveDocument.1">
                  <p:embed/>
                </p:oleObj>
              </mc:Choice>
              <mc:Fallback>
                <p:oleObj name="think-cell Slide" r:id="rId13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4" name="Object 8" hidden="1">
            <a:extLst>
              <a:ext uri="{FF2B5EF4-FFF2-40B4-BE49-F238E27FC236}">
                <a16:creationId xmlns:a16="http://schemas.microsoft.com/office/drawing/2014/main" id="{C7B99614-496E-9D52-9CB7-8AF8C457CA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13" imgH="416" progId="TCLayout.ActiveDocument.1">
                  <p:embed/>
                </p:oleObj>
              </mc:Choice>
              <mc:Fallback>
                <p:oleObj name="think-cell Slide" r:id="rId13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" hidden="1">
            <a:extLst>
              <a:ext uri="{FF2B5EF4-FFF2-40B4-BE49-F238E27FC236}">
                <a16:creationId xmlns:a16="http://schemas.microsoft.com/office/drawing/2014/main" id="{C6304BC6-E0D8-2B14-0602-01A32566F1E7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91ACE9F-87BC-41A4-94DD-8837944A6963}"/>
              </a:ext>
            </a:extLst>
          </p:cNvPr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197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29322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3C9204-17AF-D260-3E5D-5C68D9E3609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633177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9CECB623-1D43-BACC-0B29-06D5B8B56DCC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71287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5323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C48F836-88DC-F214-AD85-8F81D4D105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75323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F42DBC8D-7E78-2589-6F78-974DBD0D6E47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15F11AA-CB34-3DEE-239A-271A035907E4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94517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8399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E2F5680-7343-03F0-F370-F962F5BFC1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438399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E830410D-BD52-054A-F9C1-BCF6FBED59EC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884BEC23-6187-85C3-A9DC-B7910E3A7449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2131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F25CC7B-2B50-6050-8562-3FBB4D4E4E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77D720CD-C1DE-D06E-C765-23D4AAE58616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RectangleLight">
            <a:extLst>
              <a:ext uri="{FF2B5EF4-FFF2-40B4-BE49-F238E27FC236}">
                <a16:creationId xmlns:a16="http://schemas.microsoft.com/office/drawing/2014/main" id="{944574D5-6D53-CA9B-E804-A005ED11F52C}"/>
              </a:ext>
            </a:extLst>
          </p:cNvPr>
          <p:cNvSpPr/>
          <p:nvPr userDrawn="1">
            <p:custDataLst>
              <p:tags r:id="rId17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7A1712D4-D027-DC62-EB34-0D8EA518E292}"/>
              </a:ext>
            </a:extLst>
          </p:cNvPr>
          <p:cNvSpPr>
            <a:spLocks noChangeArrowheads="1"/>
          </p:cNvSpPr>
          <p:nvPr userDrawn="1">
            <p:custDataLst>
              <p:tags r:id="rId1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23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24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</p:spTree>
    <p:extLst>
      <p:ext uri="{BB962C8B-B14F-4D97-AF65-F5344CB8AC3E}">
        <p14:creationId xmlns:p14="http://schemas.microsoft.com/office/powerpoint/2010/main" val="3359807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9AFB607-0711-2378-8BDD-55E431E152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EB36E089-AC07-0E10-321B-C8389EA20604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RectangleLight">
            <a:extLst>
              <a:ext uri="{FF2B5EF4-FFF2-40B4-BE49-F238E27FC236}">
                <a16:creationId xmlns:a16="http://schemas.microsoft.com/office/drawing/2014/main" id="{AC9EDC97-D5A0-2AFA-BA78-378E117C754B}"/>
              </a:ext>
            </a:extLst>
          </p:cNvPr>
          <p:cNvSpPr/>
          <p:nvPr userDrawn="1">
            <p:custDataLst>
              <p:tags r:id="rId17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925478F7-EAB3-A58B-B985-950EC0C2976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04A5939C-9231-020B-3E8F-9D11D2C7C85F}"/>
              </a:ext>
            </a:extLst>
          </p:cNvPr>
          <p:cNvSpPr>
            <a:spLocks noChangeArrowheads="1"/>
          </p:cNvSpPr>
          <p:nvPr userDrawn="1">
            <p:custDataLst>
              <p:tags r:id="rId1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22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23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24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</p:spTree>
    <p:extLst>
      <p:ext uri="{BB962C8B-B14F-4D97-AF65-F5344CB8AC3E}">
        <p14:creationId xmlns:p14="http://schemas.microsoft.com/office/powerpoint/2010/main" val="3646534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9537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572" imgH="588" progId="TCLayout.ActiveDocument.1">
                  <p:embed/>
                </p:oleObj>
              </mc:Choice>
              <mc:Fallback>
                <p:oleObj name="think-cell Slide" r:id="rId27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28C4FA8-83C8-4060-E474-D0A1BAEEDF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879537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572" imgH="588" progId="TCLayout.ActiveDocument.1">
                  <p:embed/>
                </p:oleObj>
              </mc:Choice>
              <mc:Fallback>
                <p:oleObj name="think-cell Slide" r:id="rId27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B55EB65-EDA4-492A-C74A-BD717ED40B01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RectangleLight">
            <a:extLst>
              <a:ext uri="{FF2B5EF4-FFF2-40B4-BE49-F238E27FC236}">
                <a16:creationId xmlns:a16="http://schemas.microsoft.com/office/drawing/2014/main" id="{3CA10899-AF45-F172-958C-F6C15A92CCAF}"/>
              </a:ext>
            </a:extLst>
          </p:cNvPr>
          <p:cNvSpPr/>
          <p:nvPr userDrawn="1">
            <p:custDataLst>
              <p:tags r:id="rId17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3476D5BD-B182-CC58-60C7-F023EFC57250}"/>
              </a:ext>
            </a:extLst>
          </p:cNvPr>
          <p:cNvSpPr>
            <a:spLocks noChangeArrowheads="1"/>
          </p:cNvSpPr>
          <p:nvPr userDrawn="1">
            <p:custDataLst>
              <p:tags r:id="rId1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23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24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5762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1564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13" imgH="416" progId="TCLayout.ActiveDocument.1">
                  <p:embed/>
                </p:oleObj>
              </mc:Choice>
              <mc:Fallback>
                <p:oleObj name="think-cell Slide" r:id="rId23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C700605-7CFA-F615-BD79-8E5FADB5B2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481564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13" imgH="416" progId="TCLayout.ActiveDocument.1">
                  <p:embed/>
                </p:oleObj>
              </mc:Choice>
              <mc:Fallback>
                <p:oleObj name="think-cell Slide" r:id="rId23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6BC15D1-BF0E-18C6-0683-EEAB60921ECF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SlideLogoText">
            <a:extLst>
              <a:ext uri="{FF2B5EF4-FFF2-40B4-BE49-F238E27FC236}">
                <a16:creationId xmlns:a16="http://schemas.microsoft.com/office/drawing/2014/main" id="{435ECA31-5088-DA4B-925C-8C9D5C5E1084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36976213-E120-1313-5604-1F7468E9745E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13522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53735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0C5396-A74C-51C3-AEC5-D35E7FDD26A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00082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0C5396-A74C-51C3-AEC5-D35E7FDD26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5FB0D-5CC7-9318-47B3-B932C5E0C6E2}"/>
              </a:ext>
            </a:extLst>
          </p:cNvPr>
          <p:cNvSpPr txBox="1"/>
          <p:nvPr/>
        </p:nvSpPr>
        <p:spPr>
          <a:xfrm>
            <a:off x="1843088" y="-80010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51CB7D96-238D-424E-1A92-C27F075F834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DC719DE-2324-6AA2-BD2B-2BDAC6E585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000082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0C5396-A74C-51C3-AEC5-D35E7FDD26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41825CC2-9D4D-042B-7209-13C2E90494F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5BC22B71-1438-6ABD-0B07-BEA974AF01AD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F73D58-A52D-9A87-3BB0-1E24EC784277}"/>
              </a:ext>
            </a:extLst>
          </p:cNvPr>
          <p:cNvSpPr txBox="1"/>
          <p:nvPr userDrawn="1"/>
        </p:nvSpPr>
        <p:spPr>
          <a:xfrm>
            <a:off x="1843088" y="-80010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</p:spTree>
    <p:extLst>
      <p:ext uri="{BB962C8B-B14F-4D97-AF65-F5344CB8AC3E}">
        <p14:creationId xmlns:p14="http://schemas.microsoft.com/office/powerpoint/2010/main" val="1740720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569118" y="1400032"/>
            <a:ext cx="11072019" cy="482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771A5E6-4EA7-C278-CF9B-197E6937D3F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8B23C019-3D76-9585-DF94-4D39967D422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886169-C706-948D-8B9F-F1E92FFFEEE0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08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80E36D8-9727-3A66-B568-44AB140574C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649F191-C694-FE89-7416-DE67666A6CA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0F3C63B3-884B-90BC-83BC-98DD6BA5E5F6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21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5DDE-08ED-4939-B42D-FCE998A2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D3418-51D4-5391-448E-744257B6D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9CD5BD8-2663-9BE4-201E-456E71D4564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766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26A8D4C-8114-AAF3-B69E-60AB80EB26D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C523BB66-B722-18F4-334A-716D29B1E2B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569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EA2B47-10D4-7DBD-8DB4-FE8BB1823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5675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EA2B47-10D4-7DBD-8DB4-FE8BB1823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862813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4239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33577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0655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566818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82528A4-FE98-8571-EA52-4505B224F02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19037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82528A4-FE98-8571-EA52-4505B224F0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23496"/>
            <a:ext cx="3813048" cy="86177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927E183C-C612-94C0-8D21-21ADCAA3A86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7866935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C93B8CF-53C4-A659-8BA7-98E461B505A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3407201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91E0C0C-62D6-E064-2CC2-E198E5116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7488281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4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46843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D042BC74-A1B0-D66A-B912-ECA9D094E0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024282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8549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4A2830BB-8325-CC91-40EE-C5BD44D2FDE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6773623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111618B-238C-7C5E-8E3D-930B2BA869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711318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111618B-238C-7C5E-8E3D-930B2BA869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A35F7591-BB78-8194-BCA2-3BB441A58AB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DDBF08DB-C34E-9F97-3D95-CCEAAFF29F4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318966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BF235EA7-F506-E982-5344-0B9EB4AED93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2833388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73052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6"/>
            </p:custDataLst>
          </p:nvPr>
        </p:nvCxnSpPr>
        <p:spPr bwMode="black"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CE099F5A-AB6E-AD53-4EA1-72FFD8360229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02B85B79-0BAE-619A-3AEC-EB08E1DF838B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318966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506D8327-B9DE-66EA-1C7C-F7B194FE20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8632368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/4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1084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73" imgH="473" progId="TCLayout.ActiveDocument.1">
                  <p:embed/>
                </p:oleObj>
              </mc:Choice>
              <mc:Fallback>
                <p:oleObj name="think-cell Slide" r:id="rId15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3" name="BottomLineRight">
            <a:extLst>
              <a:ext uri="{FF2B5EF4-FFF2-40B4-BE49-F238E27FC236}">
                <a16:creationId xmlns:a16="http://schemas.microsoft.com/office/drawing/2014/main" id="{2638C600-7B94-46B1-84A4-8C904769428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BottomLineLeft">
            <a:extLst>
              <a:ext uri="{FF2B5EF4-FFF2-40B4-BE49-F238E27FC236}">
                <a16:creationId xmlns:a16="http://schemas.microsoft.com/office/drawing/2014/main" id="{B99699F0-BA7E-4449-B3AE-B5E796EBA18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Right">
            <a:extLst>
              <a:ext uri="{FF2B5EF4-FFF2-40B4-BE49-F238E27FC236}">
                <a16:creationId xmlns:a16="http://schemas.microsoft.com/office/drawing/2014/main" id="{C34BF1E9-D917-4FD9-B9F4-CB69675F1DDF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TopLineLeft">
            <a:extLst>
              <a:ext uri="{FF2B5EF4-FFF2-40B4-BE49-F238E27FC236}">
                <a16:creationId xmlns:a16="http://schemas.microsoft.com/office/drawing/2014/main" id="{D35815C2-596B-44C1-B9BE-5474DFE650BA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2A5F5D65-67D6-97BA-DC46-C1BB70E190FE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5509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CB24B1E4-9CDE-122F-7D32-9F30444BD16A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318966"/>
            <a:ext cx="7918704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54E1CE10-D639-ACA5-5A49-FD00D11D45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2450462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586B688-2A9E-8C10-C217-4395E19B0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9330252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Br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C3C8F7A-B91B-1856-7F01-523436AD2CF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6911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C3C8F7A-B91B-1856-7F01-523436AD2C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250FDB1-185C-6132-0CEB-9AD718C2E0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7066" y="1561571"/>
            <a:ext cx="6519337" cy="5025495"/>
          </a:xfrm>
        </p:spPr>
        <p:txBody>
          <a:bodyPr vert="horz" anchor="ctr"/>
          <a:lstStyle>
            <a:lvl1pPr algn="r">
              <a:defRPr sz="43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00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2879EA1-6C11-B75E-61FF-E22684208E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7688" y="2133600"/>
            <a:ext cx="4346575" cy="2438400"/>
          </a:xfrm>
        </p:spPr>
        <p:txBody>
          <a:bodyPr/>
          <a:lstStyle>
            <a:lvl1pPr>
              <a:defRPr sz="4000" b="1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E0C6955A-EDE6-4DF9-6C9C-551CB42F0A3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3401564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slide" preserve="1">
  <p:cSld name="Section slide">
    <p:bg>
      <p:bgPr>
        <a:solidFill>
          <a:schemeClr val="dk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7"/>
          <p:cNvSpPr txBox="1">
            <a:spLocks noGrp="1"/>
          </p:cNvSpPr>
          <p:nvPr>
            <p:ph type="title"/>
          </p:nvPr>
        </p:nvSpPr>
        <p:spPr>
          <a:xfrm>
            <a:off x="534725" y="1343875"/>
            <a:ext cx="5169600" cy="14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elvetica Neue"/>
              <a:buNone/>
              <a:defRPr sz="48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" name="Google Shape;116;p47"/>
          <p:cNvSpPr txBox="1">
            <a:spLocks noGrp="1"/>
          </p:cNvSpPr>
          <p:nvPr>
            <p:ph type="body" idx="1"/>
          </p:nvPr>
        </p:nvSpPr>
        <p:spPr>
          <a:xfrm>
            <a:off x="5556122" y="1151012"/>
            <a:ext cx="10703700" cy="60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49600"/>
              <a:buNone/>
              <a:defRPr sz="49600" b="0" i="0">
                <a:solidFill>
                  <a:schemeClr val="lt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5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/>
            </a:lvl5pPr>
            <a:lvl6pPr marL="2743200" lvl="5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500"/>
            </a:lvl6pPr>
            <a:lvl7pPr marL="3200400" lvl="6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500"/>
            </a:lvl7pPr>
            <a:lvl8pPr marL="3657600" lvl="7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500"/>
            </a:lvl8pPr>
            <a:lvl9pPr marL="4114800" lvl="8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738EF76-586E-D1F2-6410-4D399478955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789879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569118" y="1400032"/>
            <a:ext cx="11072019" cy="482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00346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89091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tags" Target="../tags/tag8.xml"/><Relationship Id="rId21" Type="http://schemas.openxmlformats.org/officeDocument/2006/relationships/tags" Target="../tags/tag3.xml"/><Relationship Id="rId34" Type="http://schemas.openxmlformats.org/officeDocument/2006/relationships/tags" Target="../tags/tag16.xml"/><Relationship Id="rId42" Type="http://schemas.openxmlformats.org/officeDocument/2006/relationships/tags" Target="../tags/tag24.xml"/><Relationship Id="rId47" Type="http://schemas.openxmlformats.org/officeDocument/2006/relationships/tags" Target="../tags/tag29.xml"/><Relationship Id="rId50" Type="http://schemas.openxmlformats.org/officeDocument/2006/relationships/tags" Target="../tags/tag32.xml"/><Relationship Id="rId55" Type="http://schemas.openxmlformats.org/officeDocument/2006/relationships/tags" Target="../tags/tag37.xml"/><Relationship Id="rId63" Type="http://schemas.openxmlformats.org/officeDocument/2006/relationships/tags" Target="../tags/tag4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11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32" Type="http://schemas.openxmlformats.org/officeDocument/2006/relationships/tags" Target="../tags/tag14.xml"/><Relationship Id="rId37" Type="http://schemas.openxmlformats.org/officeDocument/2006/relationships/tags" Target="../tags/tag19.xml"/><Relationship Id="rId40" Type="http://schemas.openxmlformats.org/officeDocument/2006/relationships/tags" Target="../tags/tag22.xml"/><Relationship Id="rId45" Type="http://schemas.openxmlformats.org/officeDocument/2006/relationships/tags" Target="../tags/tag27.xml"/><Relationship Id="rId53" Type="http://schemas.openxmlformats.org/officeDocument/2006/relationships/tags" Target="../tags/tag35.xml"/><Relationship Id="rId58" Type="http://schemas.openxmlformats.org/officeDocument/2006/relationships/tags" Target="../tags/tag40.xml"/><Relationship Id="rId66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43.xml"/><Relationship Id="rId19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Relationship Id="rId27" Type="http://schemas.openxmlformats.org/officeDocument/2006/relationships/tags" Target="../tags/tag9.xml"/><Relationship Id="rId30" Type="http://schemas.openxmlformats.org/officeDocument/2006/relationships/tags" Target="../tags/tag12.xml"/><Relationship Id="rId35" Type="http://schemas.openxmlformats.org/officeDocument/2006/relationships/tags" Target="../tags/tag17.xml"/><Relationship Id="rId43" Type="http://schemas.openxmlformats.org/officeDocument/2006/relationships/tags" Target="../tags/tag25.xml"/><Relationship Id="rId48" Type="http://schemas.openxmlformats.org/officeDocument/2006/relationships/tags" Target="../tags/tag30.xml"/><Relationship Id="rId56" Type="http://schemas.openxmlformats.org/officeDocument/2006/relationships/tags" Target="../tags/tag38.xml"/><Relationship Id="rId64" Type="http://schemas.openxmlformats.org/officeDocument/2006/relationships/tags" Target="../tags/tag46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33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33" Type="http://schemas.openxmlformats.org/officeDocument/2006/relationships/tags" Target="../tags/tag15.xml"/><Relationship Id="rId38" Type="http://schemas.openxmlformats.org/officeDocument/2006/relationships/tags" Target="../tags/tag20.xml"/><Relationship Id="rId46" Type="http://schemas.openxmlformats.org/officeDocument/2006/relationships/tags" Target="../tags/tag28.xml"/><Relationship Id="rId59" Type="http://schemas.openxmlformats.org/officeDocument/2006/relationships/tags" Target="../tags/tag41.xml"/><Relationship Id="rId67" Type="http://schemas.openxmlformats.org/officeDocument/2006/relationships/image" Target="../media/image1.emf"/><Relationship Id="rId20" Type="http://schemas.openxmlformats.org/officeDocument/2006/relationships/tags" Target="../tags/tag2.xml"/><Relationship Id="rId41" Type="http://schemas.openxmlformats.org/officeDocument/2006/relationships/tags" Target="../tags/tag23.xml"/><Relationship Id="rId54" Type="http://schemas.openxmlformats.org/officeDocument/2006/relationships/tags" Target="../tags/tag36.xml"/><Relationship Id="rId62" Type="http://schemas.openxmlformats.org/officeDocument/2006/relationships/tags" Target="../tags/tag4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28" Type="http://schemas.openxmlformats.org/officeDocument/2006/relationships/tags" Target="../tags/tag10.xml"/><Relationship Id="rId36" Type="http://schemas.openxmlformats.org/officeDocument/2006/relationships/tags" Target="../tags/tag18.xml"/><Relationship Id="rId49" Type="http://schemas.openxmlformats.org/officeDocument/2006/relationships/tags" Target="../tags/tag31.xml"/><Relationship Id="rId57" Type="http://schemas.openxmlformats.org/officeDocument/2006/relationships/tags" Target="../tags/tag39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13.xml"/><Relationship Id="rId44" Type="http://schemas.openxmlformats.org/officeDocument/2006/relationships/tags" Target="../tags/tag26.xml"/><Relationship Id="rId52" Type="http://schemas.openxmlformats.org/officeDocument/2006/relationships/tags" Target="../tags/tag34.xml"/><Relationship Id="rId60" Type="http://schemas.openxmlformats.org/officeDocument/2006/relationships/tags" Target="../tags/tag42.xml"/><Relationship Id="rId65" Type="http://schemas.openxmlformats.org/officeDocument/2006/relationships/tags" Target="../tags/tag4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2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tags" Target="../tags/tag255.xml"/><Relationship Id="rId26" Type="http://schemas.openxmlformats.org/officeDocument/2006/relationships/tags" Target="../tags/tag263.xml"/><Relationship Id="rId39" Type="http://schemas.openxmlformats.org/officeDocument/2006/relationships/tags" Target="../tags/tag276.xml"/><Relationship Id="rId21" Type="http://schemas.openxmlformats.org/officeDocument/2006/relationships/tags" Target="../tags/tag258.xml"/><Relationship Id="rId34" Type="http://schemas.openxmlformats.org/officeDocument/2006/relationships/tags" Target="../tags/tag271.xml"/><Relationship Id="rId42" Type="http://schemas.openxmlformats.org/officeDocument/2006/relationships/image" Target="../media/image2.emf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6" Type="http://schemas.openxmlformats.org/officeDocument/2006/relationships/theme" Target="../theme/theme2.xml"/><Relationship Id="rId20" Type="http://schemas.openxmlformats.org/officeDocument/2006/relationships/tags" Target="../tags/tag257.xml"/><Relationship Id="rId29" Type="http://schemas.openxmlformats.org/officeDocument/2006/relationships/tags" Target="../tags/tag266.xml"/><Relationship Id="rId41" Type="http://schemas.openxmlformats.org/officeDocument/2006/relationships/oleObject" Target="../embeddings/oleObject13.bin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tags" Target="../tags/tag261.xml"/><Relationship Id="rId32" Type="http://schemas.openxmlformats.org/officeDocument/2006/relationships/tags" Target="../tags/tag269.xml"/><Relationship Id="rId37" Type="http://schemas.openxmlformats.org/officeDocument/2006/relationships/tags" Target="../tags/tag274.xml"/><Relationship Id="rId40" Type="http://schemas.openxmlformats.org/officeDocument/2006/relationships/tags" Target="../tags/tag277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tags" Target="../tags/tag260.xml"/><Relationship Id="rId28" Type="http://schemas.openxmlformats.org/officeDocument/2006/relationships/tags" Target="../tags/tag265.xml"/><Relationship Id="rId36" Type="http://schemas.openxmlformats.org/officeDocument/2006/relationships/tags" Target="../tags/tag273.xml"/><Relationship Id="rId10" Type="http://schemas.openxmlformats.org/officeDocument/2006/relationships/slideLayout" Target="../slideLayouts/slideLayout28.xml"/><Relationship Id="rId19" Type="http://schemas.openxmlformats.org/officeDocument/2006/relationships/tags" Target="../tags/tag256.xml"/><Relationship Id="rId31" Type="http://schemas.openxmlformats.org/officeDocument/2006/relationships/tags" Target="../tags/tag26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tags" Target="../tags/tag259.xml"/><Relationship Id="rId27" Type="http://schemas.openxmlformats.org/officeDocument/2006/relationships/tags" Target="../tags/tag264.xml"/><Relationship Id="rId30" Type="http://schemas.openxmlformats.org/officeDocument/2006/relationships/tags" Target="../tags/tag267.xml"/><Relationship Id="rId35" Type="http://schemas.openxmlformats.org/officeDocument/2006/relationships/tags" Target="../tags/tag272.xml"/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30.xml"/><Relationship Id="rId17" Type="http://schemas.openxmlformats.org/officeDocument/2006/relationships/tags" Target="../tags/tag254.xml"/><Relationship Id="rId25" Type="http://schemas.openxmlformats.org/officeDocument/2006/relationships/tags" Target="../tags/tag262.xml"/><Relationship Id="rId33" Type="http://schemas.openxmlformats.org/officeDocument/2006/relationships/tags" Target="../tags/tag270.xml"/><Relationship Id="rId38" Type="http://schemas.openxmlformats.org/officeDocument/2006/relationships/tags" Target="../tags/tag2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23127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6" imgW="413" imgH="416" progId="TCLayout.ActiveDocument.1">
                  <p:embed/>
                </p:oleObj>
              </mc:Choice>
              <mc:Fallback>
                <p:oleObj name="think-cell Slide" r:id="rId6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6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2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1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2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3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4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B919194-DBE8-8A8F-5935-9C2902D532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123127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6" imgW="413" imgH="416" progId="TCLayout.ActiveDocument.1">
                  <p:embed/>
                </p:oleObj>
              </mc:Choice>
              <mc:Fallback>
                <p:oleObj name="think-cell Slide" r:id="rId6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7340FEAA-6FE5-349C-2581-405903FF9504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SlideLogoText">
            <a:extLst>
              <a:ext uri="{FF2B5EF4-FFF2-40B4-BE49-F238E27FC236}">
                <a16:creationId xmlns:a16="http://schemas.microsoft.com/office/drawing/2014/main" id="{5FC231DF-5B2E-233A-A884-6CC43A446E5E}"/>
              </a:ext>
            </a:extLst>
          </p:cNvPr>
          <p:cNvSpPr txBox="1"/>
          <p:nvPr userDrawn="1">
            <p:custDataLst>
              <p:tags r:id="rId30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1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2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3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3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3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3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3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17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  <p:sldLayoutId id="2147483860" r:id="rId17"/>
    <p:sldLayoutId id="2147483861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560687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344" imgH="344" progId="TCLayout.ActiveDocument.1">
                  <p:embed/>
                </p:oleObj>
              </mc:Choice>
              <mc:Fallback>
                <p:oleObj name="think-cell Slide" r:id="rId41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19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357953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85988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>
            <p:custDataLst>
              <p:tags r:id="rId23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/>
        </p:nvGrpSpPr>
        <p:grpSpPr>
          <a:xfrm>
            <a:off x="10722394" y="4393208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146" name="LegendMoons" hidden="1">
            <a:extLst>
              <a:ext uri="{FF2B5EF4-FFF2-40B4-BE49-F238E27FC236}">
                <a16:creationId xmlns:a16="http://schemas.microsoft.com/office/drawing/2014/main" id="{BCBAA4B3-76E3-4E3E-9DFB-193618E70571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7" name="Legend1">
              <a:extLst>
                <a:ext uri="{FF2B5EF4-FFF2-40B4-BE49-F238E27FC236}">
                  <a16:creationId xmlns:a16="http://schemas.microsoft.com/office/drawing/2014/main" id="{A8F35D73-D259-46FA-AFD2-EA8247EDE0B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8" name="Legend2">
              <a:extLst>
                <a:ext uri="{FF2B5EF4-FFF2-40B4-BE49-F238E27FC236}">
                  <a16:creationId xmlns:a16="http://schemas.microsoft.com/office/drawing/2014/main" id="{8C810E22-5C1D-4238-A604-CBCDDCB4C05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9" name="Legend3">
              <a:extLst>
                <a:ext uri="{FF2B5EF4-FFF2-40B4-BE49-F238E27FC236}">
                  <a16:creationId xmlns:a16="http://schemas.microsoft.com/office/drawing/2014/main" id="{E4D11ABD-C458-4D2C-B8BA-1BD7E497965C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0" name="Legend4">
              <a:extLst>
                <a:ext uri="{FF2B5EF4-FFF2-40B4-BE49-F238E27FC236}">
                  <a16:creationId xmlns:a16="http://schemas.microsoft.com/office/drawing/2014/main" id="{6751DA88-7594-4AF8-9B0B-6D236454D486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1" name="Legend5">
              <a:extLst>
                <a:ext uri="{FF2B5EF4-FFF2-40B4-BE49-F238E27FC236}">
                  <a16:creationId xmlns:a16="http://schemas.microsoft.com/office/drawing/2014/main" id="{9BD97B4F-09E8-498D-A862-8771F6492867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52" name="MoonLegend1">
              <a:extLst>
                <a:ext uri="{FF2B5EF4-FFF2-40B4-BE49-F238E27FC236}">
                  <a16:creationId xmlns:a16="http://schemas.microsoft.com/office/drawing/2014/main" id="{2D833A59-C7AB-446D-8FF2-91CA9DB3ACEE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6FAD167A-470E-49B3-9358-C391E9721499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 hidden="1">
                <a:extLst>
                  <a:ext uri="{FF2B5EF4-FFF2-40B4-BE49-F238E27FC236}">
                    <a16:creationId xmlns:a16="http://schemas.microsoft.com/office/drawing/2014/main" id="{2106BC3D-6019-4A97-BF49-95FEE529E3EF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3" name="MoonLegend2">
              <a:extLst>
                <a:ext uri="{FF2B5EF4-FFF2-40B4-BE49-F238E27FC236}">
                  <a16:creationId xmlns:a16="http://schemas.microsoft.com/office/drawing/2014/main" id="{290914A9-07C8-4F8C-AD47-74783B1DE6E1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14C29FC0-EC32-412C-A1FC-29EF13DE8125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08217F02-10EE-4BF5-8640-3409A47C5847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4" name="MoonLegend3">
              <a:extLst>
                <a:ext uri="{FF2B5EF4-FFF2-40B4-BE49-F238E27FC236}">
                  <a16:creationId xmlns:a16="http://schemas.microsoft.com/office/drawing/2014/main" id="{435D5936-2D97-416D-A834-DF4B9D96A043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69BF58B2-CF38-41FB-8EF8-3EE6A3F13980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9A2D06B2-79B1-475C-A66E-9CB573E98829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MoonLegend4">
              <a:extLst>
                <a:ext uri="{FF2B5EF4-FFF2-40B4-BE49-F238E27FC236}">
                  <a16:creationId xmlns:a16="http://schemas.microsoft.com/office/drawing/2014/main" id="{8EC87CF1-17C2-4BF0-9A01-8C2C8FFFF842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3A7C7C4F-14E8-4812-AC35-7D066AEC66E0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7F7E2EA4-AD8C-4DA3-ACA6-A69404D1E88D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MoonLegend5">
              <a:extLst>
                <a:ext uri="{FF2B5EF4-FFF2-40B4-BE49-F238E27FC236}">
                  <a16:creationId xmlns:a16="http://schemas.microsoft.com/office/drawing/2014/main" id="{BCD87F8B-10B7-4E82-8EC4-F08B412A1736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8573FB6-1F3D-4B01-98F6-7E4478BE33EF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Arc 157">
                <a:extLst>
                  <a:ext uri="{FF2B5EF4-FFF2-40B4-BE49-F238E27FC236}">
                    <a16:creationId xmlns:a16="http://schemas.microsoft.com/office/drawing/2014/main" id="{CF3B10D5-50BA-4075-BEDD-5D7FF7BE36E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/>
        </p:nvGrpSpPr>
        <p:grpSpPr>
          <a:xfrm>
            <a:off x="10300983" y="3275405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5" name="Slide Number">
            <a:extLst>
              <a:ext uri="{FF2B5EF4-FFF2-40B4-BE49-F238E27FC236}">
                <a16:creationId xmlns:a16="http://schemas.microsoft.com/office/drawing/2014/main" id="{7D98285D-CCD5-BF32-46E7-B3BB87940D99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51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23.bin"/><Relationship Id="rId7" Type="http://schemas.openxmlformats.org/officeDocument/2006/relationships/hyperlink" Target="https://predictiveanalyticspartne.sharepoint.com/:p:/r/_layouts/15/doc.aspx?sourcedoc=%7Ba99f6d94-6cbb-46c0-b265-b54ee3893087%7D&amp;file=mbr%20template.pptx&amp;action=edit&amp;mobileredirect=true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emf"/><Relationship Id="rId9" Type="http://schemas.openxmlformats.org/officeDocument/2006/relationships/hyperlink" Target="https://commons.wikimedia.org/wiki/File:Checkmark.sv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82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3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84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5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oleObject" Target="../embeddings/oleObject27.bin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87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[Slide take-away as Title]</a:t>
            </a:r>
            <a:endParaRPr lang="en-US" b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6F655-0BBD-4859-844C-40E5CA75C82C}"/>
              </a:ext>
            </a:extLst>
          </p:cNvPr>
          <p:cNvSpPr txBox="1"/>
          <p:nvPr/>
        </p:nvSpPr>
        <p:spPr>
          <a:xfrm>
            <a:off x="554736" y="1676414"/>
            <a:ext cx="11080052" cy="1918902"/>
          </a:xfrm>
          <a:prstGeom prst="rect">
            <a:avLst/>
          </a:prstGeom>
          <a:solidFill>
            <a:schemeClr val="tx1">
              <a:lumMod val="95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spcAft>
                <a:spcPts val="0"/>
              </a:spcAft>
              <a:buSzPct val="100000"/>
              <a:buNone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 marL="139303" lvl="2" indent="-139303">
              <a:lnSpc>
                <a:spcPct val="93000"/>
              </a:lnSpc>
              <a:spcAft>
                <a:spcPts val="0"/>
              </a:spcAft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3pPr>
            <a:lvl4pPr marL="185738" lvl="3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rabicPeriod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4pPr>
            <a:lvl5pPr marL="185738" lvl="4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lphaUcPeriod"/>
              <a:defRPr sz="1100" b="0">
                <a:solidFill>
                  <a:srgbClr val="2F363B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lvl="1">
              <a:buNone/>
            </a:pPr>
            <a:endParaRPr lang="en-GB">
              <a:latin typeface="+mn-lt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C3DE03-E8FE-F53A-CFA3-BACF8F74D465}"/>
              </a:ext>
            </a:extLst>
          </p:cNvPr>
          <p:cNvSpPr txBox="1"/>
          <p:nvPr/>
        </p:nvSpPr>
        <p:spPr>
          <a:xfrm>
            <a:off x="554736" y="1372064"/>
            <a:ext cx="3252057" cy="200376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spcAft>
                <a:spcPts val="0"/>
              </a:spcAft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39303" lvl="2" indent="-139303">
              <a:lnSpc>
                <a:spcPct val="93000"/>
              </a:lnSpc>
              <a:spcAft>
                <a:spcPts val="0"/>
              </a:spcAft>
              <a:buSzPct val="100000"/>
              <a:defRPr sz="1100">
                <a:latin typeface="Arial" panose="020B0604020202020204" pitchFamily="34" charset="0"/>
              </a:defRPr>
            </a:lvl3pPr>
            <a:lvl4pPr marL="185738" lvl="3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rabicPeriod"/>
              <a:defRPr sz="1100">
                <a:latin typeface="Arial" panose="020B0604020202020204" pitchFamily="34" charset="0"/>
              </a:defRPr>
            </a:lvl4pPr>
            <a:lvl5pPr marL="185738" lvl="4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lphaUcPeriod"/>
              <a:defRPr sz="1100" b="0">
                <a:latin typeface="Arial" panose="020B0604020202020204" pitchFamily="34" charset="0"/>
              </a:defRPr>
            </a:lvl5pPr>
          </a:lstStyle>
          <a:p>
            <a:pPr lvl="1">
              <a:buNone/>
            </a:pPr>
            <a:r>
              <a:rPr lang="en-GB" sz="1400" b="1">
                <a:solidFill>
                  <a:srgbClr val="061F32"/>
                </a:solidFill>
                <a:latin typeface="+mn-lt"/>
                <a:sym typeface="Arial" panose="020B0604020202020204" pitchFamily="34" charset="0"/>
              </a:rPr>
              <a:t>What Occurred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547B14-4623-513D-A821-4166AEF85B80}"/>
              </a:ext>
            </a:extLst>
          </p:cNvPr>
          <p:cNvSpPr txBox="1"/>
          <p:nvPr/>
        </p:nvSpPr>
        <p:spPr>
          <a:xfrm>
            <a:off x="741191" y="4116234"/>
            <a:ext cx="3252057" cy="100027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spcAft>
                <a:spcPts val="0"/>
              </a:spcAft>
              <a:buSzPct val="100000"/>
              <a:buNone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 marL="139303" lvl="2" indent="-139303">
              <a:lnSpc>
                <a:spcPct val="93000"/>
              </a:lnSpc>
              <a:spcAft>
                <a:spcPts val="0"/>
              </a:spcAft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3pPr>
            <a:lvl4pPr marL="185738" lvl="3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rabicPeriod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4pPr>
            <a:lvl5pPr marL="185738" lvl="4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lphaUcPeriod"/>
              <a:defRPr sz="1100" b="0">
                <a:solidFill>
                  <a:srgbClr val="2F363B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182880" indent="-18288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061F32"/>
                </a:solidFill>
                <a:latin typeface="+mn-lt"/>
              </a:rPr>
              <a:t>[Insert main value propositions that you bring to the table, e.g. experience with similar issues]</a:t>
            </a:r>
          </a:p>
          <a:p>
            <a:pPr marL="182880" indent="-18288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061F32"/>
                </a:solidFill>
                <a:latin typeface="+mn-lt"/>
              </a:rPr>
              <a:t>[Insert main value propositions]</a:t>
            </a:r>
          </a:p>
          <a:p>
            <a:pPr marL="182880" indent="-18288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061F32"/>
                </a:solidFill>
                <a:latin typeface="+mn-lt"/>
              </a:rPr>
              <a:t>…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C48FEA-02E1-4B98-2CDC-9C6CCD6DC012}"/>
              </a:ext>
            </a:extLst>
          </p:cNvPr>
          <p:cNvCxnSpPr>
            <a:cxnSpLocks/>
          </p:cNvCxnSpPr>
          <p:nvPr/>
        </p:nvCxnSpPr>
        <p:spPr>
          <a:xfrm>
            <a:off x="4240916" y="1830398"/>
            <a:ext cx="0" cy="1610934"/>
          </a:xfrm>
          <a:prstGeom prst="line">
            <a:avLst/>
          </a:prstGeom>
          <a:ln w="9525" cap="rnd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995DF3-DB19-8B42-10FB-A8638FC63159}"/>
              </a:ext>
            </a:extLst>
          </p:cNvPr>
          <p:cNvCxnSpPr>
            <a:cxnSpLocks/>
          </p:cNvCxnSpPr>
          <p:nvPr/>
        </p:nvCxnSpPr>
        <p:spPr>
          <a:xfrm>
            <a:off x="7988309" y="1831193"/>
            <a:ext cx="0" cy="1609344"/>
          </a:xfrm>
          <a:prstGeom prst="line">
            <a:avLst/>
          </a:prstGeom>
          <a:ln w="9525" cap="rnd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10F6714-90A3-7997-2C75-CF259B16EF8D}"/>
              </a:ext>
            </a:extLst>
          </p:cNvPr>
          <p:cNvSpPr txBox="1"/>
          <p:nvPr/>
        </p:nvSpPr>
        <p:spPr>
          <a:xfrm>
            <a:off x="554736" y="3793585"/>
            <a:ext cx="3252057" cy="200376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spcAft>
                <a:spcPts val="0"/>
              </a:spcAft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39303" lvl="2" indent="-139303">
              <a:lnSpc>
                <a:spcPct val="93000"/>
              </a:lnSpc>
              <a:spcAft>
                <a:spcPts val="0"/>
              </a:spcAft>
              <a:buSzPct val="100000"/>
              <a:defRPr sz="1100">
                <a:latin typeface="Arial" panose="020B0604020202020204" pitchFamily="34" charset="0"/>
              </a:defRPr>
            </a:lvl3pPr>
            <a:lvl4pPr marL="185738" lvl="3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rabicPeriod"/>
              <a:defRPr sz="1100">
                <a:latin typeface="Arial" panose="020B0604020202020204" pitchFamily="34" charset="0"/>
              </a:defRPr>
            </a:lvl4pPr>
            <a:lvl5pPr marL="185738" lvl="4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lphaUcPeriod"/>
              <a:defRPr sz="1100" b="0">
                <a:latin typeface="Arial" panose="020B0604020202020204" pitchFamily="34" charset="0"/>
              </a:defRPr>
            </a:lvl5pPr>
          </a:lstStyle>
          <a:p>
            <a:pPr lvl="1">
              <a:buNone/>
            </a:pPr>
            <a:r>
              <a:rPr lang="en-GB" sz="1400" b="1">
                <a:solidFill>
                  <a:srgbClr val="061F32"/>
                </a:solidFill>
                <a:latin typeface="+mn-lt"/>
                <a:sym typeface="Arial" panose="020B0604020202020204" pitchFamily="34" charset="0"/>
              </a:rPr>
              <a:t>Why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F34682-DDF0-B823-F8F0-F881F112B76B}"/>
              </a:ext>
            </a:extLst>
          </p:cNvPr>
          <p:cNvSpPr txBox="1"/>
          <p:nvPr/>
        </p:nvSpPr>
        <p:spPr>
          <a:xfrm>
            <a:off x="4488584" y="4116234"/>
            <a:ext cx="3252057" cy="100027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spcAft>
                <a:spcPts val="0"/>
              </a:spcAft>
              <a:buSzPct val="100000"/>
              <a:buNone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 marL="139303" lvl="2" indent="-139303">
              <a:lnSpc>
                <a:spcPct val="93000"/>
              </a:lnSpc>
              <a:spcAft>
                <a:spcPts val="0"/>
              </a:spcAft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3pPr>
            <a:lvl4pPr marL="185738" lvl="3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rabicPeriod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4pPr>
            <a:lvl5pPr marL="185738" lvl="4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lphaUcPeriod"/>
              <a:defRPr sz="1100" b="0">
                <a:solidFill>
                  <a:srgbClr val="2F363B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182880" indent="-18288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061F32"/>
                </a:solidFill>
                <a:latin typeface="+mn-lt"/>
              </a:rPr>
              <a:t>[Insert main value propositions that you bring to the table, e.g. experience with similar issues]</a:t>
            </a:r>
          </a:p>
          <a:p>
            <a:pPr marL="182880" indent="-18288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061F32"/>
                </a:solidFill>
                <a:latin typeface="+mn-lt"/>
              </a:rPr>
              <a:t>[Insert main value propositions]</a:t>
            </a:r>
          </a:p>
          <a:p>
            <a:pPr marL="182880" indent="-18288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061F32"/>
                </a:solidFill>
                <a:latin typeface="+mn-lt"/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C73194-42DB-9D7F-8F1E-F984376A9611}"/>
              </a:ext>
            </a:extLst>
          </p:cNvPr>
          <p:cNvSpPr txBox="1"/>
          <p:nvPr/>
        </p:nvSpPr>
        <p:spPr>
          <a:xfrm>
            <a:off x="771269" y="3357166"/>
            <a:ext cx="3221978" cy="18114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spcAft>
                <a:spcPts val="0"/>
              </a:spcAft>
              <a:buSzPct val="100000"/>
              <a:buNone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 marL="139303" lvl="2" indent="-139303">
              <a:lnSpc>
                <a:spcPct val="93000"/>
              </a:lnSpc>
              <a:spcAft>
                <a:spcPts val="0"/>
              </a:spcAft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3pPr>
            <a:lvl4pPr marL="185738" lvl="3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rabicPeriod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4pPr>
            <a:lvl5pPr marL="185738" lvl="4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lphaUcPeriod"/>
              <a:defRPr sz="1100" b="0">
                <a:solidFill>
                  <a:srgbClr val="2F363B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lvl="1">
              <a:buNone/>
            </a:pPr>
            <a:r>
              <a:rPr lang="en-GB" sz="1200">
                <a:solidFill>
                  <a:srgbClr val="061F32"/>
                </a:solidFill>
                <a:latin typeface="+mn-lt"/>
              </a:rPr>
              <a:t> [   ]  Achieved MRR Target</a:t>
            </a:r>
            <a:endParaRPr lang="en-US"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A8FED8-5C97-9F3E-9F51-F281B6502516}"/>
              </a:ext>
            </a:extLst>
          </p:cNvPr>
          <p:cNvSpPr txBox="1"/>
          <p:nvPr/>
        </p:nvSpPr>
        <p:spPr>
          <a:xfrm>
            <a:off x="8235977" y="4116234"/>
            <a:ext cx="3252057" cy="100027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spcAft>
                <a:spcPts val="0"/>
              </a:spcAft>
              <a:buSzPct val="100000"/>
              <a:buNone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 marL="139303" lvl="2" indent="-139303">
              <a:lnSpc>
                <a:spcPct val="93000"/>
              </a:lnSpc>
              <a:spcAft>
                <a:spcPts val="0"/>
              </a:spcAft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3pPr>
            <a:lvl4pPr marL="185738" lvl="3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rabicPeriod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4pPr>
            <a:lvl5pPr marL="185738" lvl="4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lphaUcPeriod"/>
              <a:defRPr sz="1100" b="0">
                <a:solidFill>
                  <a:srgbClr val="2F363B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182880" indent="-18288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061F32"/>
                </a:solidFill>
                <a:latin typeface="+mn-lt"/>
              </a:rPr>
              <a:t>[Insert main value propositions that you bring to the table, e.g. experience with similar issues]</a:t>
            </a:r>
          </a:p>
          <a:p>
            <a:pPr marL="182880" indent="-18288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061F32"/>
                </a:solidFill>
                <a:latin typeface="+mn-lt"/>
              </a:rPr>
              <a:t>[Insert main value propositions]</a:t>
            </a:r>
          </a:p>
          <a:p>
            <a:pPr marL="182880" indent="-18288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061F32"/>
                </a:solidFill>
                <a:latin typeface="+mn-lt"/>
              </a:rPr>
              <a:t>…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DC6730-CA40-7F1E-63BD-4B0D791A2C6F}"/>
              </a:ext>
            </a:extLst>
          </p:cNvPr>
          <p:cNvCxnSpPr>
            <a:cxnSpLocks/>
          </p:cNvCxnSpPr>
          <p:nvPr/>
        </p:nvCxnSpPr>
        <p:spPr>
          <a:xfrm>
            <a:off x="4240916" y="4129509"/>
            <a:ext cx="0" cy="2103120"/>
          </a:xfrm>
          <a:prstGeom prst="line">
            <a:avLst/>
          </a:prstGeom>
          <a:ln w="9525" cap="rnd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AD837A-9AA2-5076-DDE1-0078F19C2B20}"/>
              </a:ext>
            </a:extLst>
          </p:cNvPr>
          <p:cNvCxnSpPr>
            <a:cxnSpLocks/>
          </p:cNvCxnSpPr>
          <p:nvPr/>
        </p:nvCxnSpPr>
        <p:spPr>
          <a:xfrm>
            <a:off x="7988309" y="4129509"/>
            <a:ext cx="0" cy="2103120"/>
          </a:xfrm>
          <a:prstGeom prst="line">
            <a:avLst/>
          </a:prstGeom>
          <a:ln w="9525" cap="rnd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2" descr="Download free Gauge Dashboard 1 PNG, SVG vector icon from Interface Essential set.">
            <a:extLst>
              <a:ext uri="{FF2B5EF4-FFF2-40B4-BE49-F238E27FC236}">
                <a16:creationId xmlns:a16="http://schemas.microsoft.com/office/drawing/2014/main" id="{BB6019FC-91C8-CC61-AC17-F33C8727CD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8EE166E5-6093-ED7D-EC05-983F586E0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326" y="1789271"/>
            <a:ext cx="2487783" cy="1496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552932-BD30-31D7-2581-0590FD349055}"/>
              </a:ext>
            </a:extLst>
          </p:cNvPr>
          <p:cNvSpPr txBox="1"/>
          <p:nvPr/>
        </p:nvSpPr>
        <p:spPr>
          <a:xfrm>
            <a:off x="4622371" y="3369122"/>
            <a:ext cx="3252057" cy="19618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spcAft>
                <a:spcPts val="0"/>
              </a:spcAft>
              <a:buSzPct val="100000"/>
              <a:buNone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 marL="139303" lvl="2" indent="-139303">
              <a:lnSpc>
                <a:spcPct val="93000"/>
              </a:lnSpc>
              <a:spcAft>
                <a:spcPts val="0"/>
              </a:spcAft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3pPr>
            <a:lvl4pPr marL="185738" lvl="3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rabicPeriod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4pPr>
            <a:lvl5pPr marL="185738" lvl="4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lphaUcPeriod"/>
              <a:defRPr sz="1100" b="0">
                <a:solidFill>
                  <a:srgbClr val="2F363B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lvl="1" algn="ctr">
              <a:buNone/>
            </a:pPr>
            <a:r>
              <a:rPr lang="en-GB" sz="1200">
                <a:solidFill>
                  <a:srgbClr val="061F32"/>
                </a:solidFill>
                <a:latin typeface="+mn-lt"/>
              </a:rPr>
              <a:t>Outperformed Net New MRR Target</a:t>
            </a:r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E375EA-0FF1-7D16-0AEE-4070E67F0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507" y="1781661"/>
            <a:ext cx="2487783" cy="1496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0ED1E4-F554-E9DB-42A5-B4CE56060FF1}"/>
              </a:ext>
            </a:extLst>
          </p:cNvPr>
          <p:cNvSpPr txBox="1"/>
          <p:nvPr/>
        </p:nvSpPr>
        <p:spPr>
          <a:xfrm>
            <a:off x="8185520" y="3342446"/>
            <a:ext cx="3252057" cy="19618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spcAft>
                <a:spcPts val="0"/>
              </a:spcAft>
              <a:buSzPct val="100000"/>
              <a:buNone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 marL="139303" lvl="2" indent="-139303">
              <a:lnSpc>
                <a:spcPct val="93000"/>
              </a:lnSpc>
              <a:spcAft>
                <a:spcPts val="0"/>
              </a:spcAft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3pPr>
            <a:lvl4pPr marL="185738" lvl="3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rabicPeriod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4pPr>
            <a:lvl5pPr marL="185738" lvl="4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lphaUcPeriod"/>
              <a:defRPr sz="1100" b="0">
                <a:solidFill>
                  <a:srgbClr val="2F363B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lvl="1" algn="ctr">
              <a:buNone/>
            </a:pPr>
            <a:r>
              <a:rPr lang="en-GB" sz="1200">
                <a:solidFill>
                  <a:srgbClr val="061F32"/>
                </a:solidFill>
                <a:latin typeface="+mn-lt"/>
              </a:rPr>
              <a:t>New Logo Acquisition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FC0589E-0721-15AA-8E05-8838EFEE8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113" y="1779801"/>
            <a:ext cx="2487783" cy="1496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39B48D-41ED-0F44-6423-A877D4B91410}"/>
              </a:ext>
            </a:extLst>
          </p:cNvPr>
          <p:cNvSpPr txBox="1"/>
          <p:nvPr/>
        </p:nvSpPr>
        <p:spPr>
          <a:xfrm>
            <a:off x="561474" y="6487026"/>
            <a:ext cx="6096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800">
                <a:solidFill>
                  <a:srgbClr val="3478AB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</a:t>
            </a:r>
            <a:r>
              <a:rPr lang="en-US" sz="800">
                <a:solidFill>
                  <a:schemeClr val="bg1">
                    <a:lumMod val="76000"/>
                    <a:lumOff val="24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ike to file</a:t>
            </a:r>
            <a:endParaRPr lang="en-US" sz="800">
              <a:solidFill>
                <a:schemeClr val="bg1">
                  <a:lumMod val="76000"/>
                  <a:lumOff val="24000"/>
                </a:schemeClr>
              </a:solidFill>
              <a:cs typeface="Arial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6" name="Picture 15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F1EF5011-8775-B4D4-F420-834DC35ABA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39454" y="3285623"/>
            <a:ext cx="281239" cy="24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9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7160-F115-DE5F-8F29-4D9B6BA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[Slide take-away as Title]</a:t>
            </a:r>
            <a:endParaRPr lang="en-US" b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6A8395-6630-34BD-4E87-B42FB0A3E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151E2E0-6437-BF34-25B2-9758B83504B6}"/>
              </a:ext>
            </a:extLst>
          </p:cNvPr>
          <p:cNvSpPr txBox="1">
            <a:spLocks/>
          </p:cNvSpPr>
          <p:nvPr/>
        </p:nvSpPr>
        <p:spPr>
          <a:xfrm>
            <a:off x="554736" y="1520825"/>
            <a:ext cx="11082528" cy="4638675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14300" indent="0">
              <a:buNone/>
            </a:pPr>
            <a:r>
              <a:rPr lang="en-GB" sz="1400"/>
              <a:t>[</a:t>
            </a:r>
            <a:r>
              <a:rPr lang="en-GB" sz="1400" b="1"/>
              <a:t>Key takeaway/conclusion in bold text]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/>
              <a:t>[Supporting arguments for key takeaway/conclusion in bullet points]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/>
              <a:t>[Supporting arguments for key takeaway/conclusion in bullet points]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/>
              <a:t>[Supporting arguments for key takeaway/conclusion in bullet points]</a:t>
            </a:r>
          </a:p>
          <a:p>
            <a:pPr marL="114300" indent="0">
              <a:buNone/>
            </a:pPr>
            <a:endParaRPr lang="en-GB" sz="1400"/>
          </a:p>
          <a:p>
            <a:pPr marL="114300" indent="0">
              <a:buNone/>
            </a:pPr>
            <a:r>
              <a:rPr lang="en-GB" sz="1400"/>
              <a:t>[</a:t>
            </a:r>
            <a:r>
              <a:rPr lang="en-GB" sz="1400" b="1"/>
              <a:t>Key takeaway/conclusion in bold text]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/>
              <a:t>[Supporting arguments for key takeaway/conclusion in bullet points]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/>
              <a:t>[Supporting arguments for key takeaway/conclusion in bullet points]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/>
              <a:t>[</a:t>
            </a:r>
            <a:r>
              <a:rPr lang="en-US" sz="1400"/>
              <a:t>Supporting</a:t>
            </a:r>
            <a:r>
              <a:rPr lang="en-GB" sz="1400"/>
              <a:t> arguments for key takeaway/conclusion in bullet points]</a:t>
            </a:r>
          </a:p>
          <a:p>
            <a:pPr marL="114300" indent="0">
              <a:buNone/>
            </a:pPr>
            <a:endParaRPr lang="en-GB" sz="1400"/>
          </a:p>
          <a:p>
            <a:pPr marL="114300" indent="0">
              <a:buNone/>
            </a:pPr>
            <a:r>
              <a:rPr lang="en-GB" sz="1400"/>
              <a:t>[</a:t>
            </a:r>
            <a:r>
              <a:rPr lang="en-GB" sz="1400" b="1"/>
              <a:t>Key takeaway/conclusion in bold text]</a:t>
            </a:r>
          </a:p>
          <a:p>
            <a:pPr marL="4000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400"/>
              <a:t>[Supporting arguments for key takeaway/conclusion in bullet points]</a:t>
            </a:r>
          </a:p>
          <a:p>
            <a:pPr marL="4000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400"/>
              <a:t>[Supporting arguments for key takeaway/conclusion in bullet points]</a:t>
            </a:r>
          </a:p>
          <a:p>
            <a:pPr marL="4000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400"/>
              <a:t>[Supporting arguments for key takeaway/conclusion in bullet points]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/>
          </a:p>
          <a:p>
            <a:pPr marL="114300" indent="0">
              <a:buNone/>
            </a:pPr>
            <a:r>
              <a:rPr lang="en-GB" sz="1400"/>
              <a:t>[</a:t>
            </a:r>
            <a:r>
              <a:rPr lang="en-GB" sz="1400" b="1"/>
              <a:t>Final conclusion/recommendation in bold text]</a:t>
            </a:r>
            <a:endParaRPr lang="en-GB" sz="140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77E59B6A-0EFC-F497-18C8-C5C5C301A1C6}"/>
              </a:ext>
            </a:extLst>
          </p:cNvPr>
          <p:cNvSpPr/>
          <p:nvPr/>
        </p:nvSpPr>
        <p:spPr>
          <a:xfrm>
            <a:off x="6772938" y="3840079"/>
            <a:ext cx="302979" cy="302736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bg1"/>
            </a:solidFill>
            <a:prstDash val="solid"/>
            <a:round/>
          </a:ln>
        </p:spPr>
        <p:txBody>
          <a:bodyPr t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: Shape 9">
            <a:extLst>
              <a:ext uri="{FF2B5EF4-FFF2-40B4-BE49-F238E27FC236}">
                <a16:creationId xmlns:a16="http://schemas.microsoft.com/office/drawing/2014/main" id="{366A158B-FC1E-2AE3-02AE-C153FF23BE2C}"/>
              </a:ext>
            </a:extLst>
          </p:cNvPr>
          <p:cNvSpPr/>
          <p:nvPr/>
        </p:nvSpPr>
        <p:spPr>
          <a:xfrm>
            <a:off x="6772936" y="4503472"/>
            <a:ext cx="302979" cy="307749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bg1"/>
            </a:solidFill>
            <a:prstDash val="solid"/>
            <a:round/>
          </a:ln>
        </p:spPr>
        <p:txBody>
          <a:bodyPr t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Freeform: Shape 9">
            <a:extLst>
              <a:ext uri="{FF2B5EF4-FFF2-40B4-BE49-F238E27FC236}">
                <a16:creationId xmlns:a16="http://schemas.microsoft.com/office/drawing/2014/main" id="{C61C01B8-B4CE-90A4-74A6-28AC268A64AC}"/>
              </a:ext>
            </a:extLst>
          </p:cNvPr>
          <p:cNvSpPr/>
          <p:nvPr/>
        </p:nvSpPr>
        <p:spPr>
          <a:xfrm>
            <a:off x="6772935" y="5286368"/>
            <a:ext cx="302979" cy="307749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bg1"/>
            </a:solidFill>
            <a:prstDash val="solid"/>
            <a:round/>
          </a:ln>
        </p:spPr>
        <p:txBody>
          <a:bodyPr t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>
                <a:solidFill>
                  <a:srgbClr val="FFFFFF"/>
                </a:solidFill>
                <a:latin typeface="Arial"/>
              </a:rPr>
              <a:t>3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0477684A-3F9E-BAB5-0C8D-6144817C9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660" y="1398670"/>
            <a:ext cx="4713193" cy="488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00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A676-C080-65C1-A06A-94D10F12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0D97-1763-FDBC-73E3-8815B254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 A [key takeaway]</a:t>
            </a:r>
            <a:endParaRPr lang="en-US" b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5A63753F-1075-7D77-29EC-EFB06FAD61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CEEA3FF-FCF1-81BA-1C03-452BE6465A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59895B1-525A-56F7-E3C7-AA1F99349A80}"/>
              </a:ext>
            </a:extLst>
          </p:cNvPr>
          <p:cNvSpPr txBox="1">
            <a:spLocks/>
          </p:cNvSpPr>
          <p:nvPr/>
        </p:nvSpPr>
        <p:spPr>
          <a:xfrm>
            <a:off x="554735" y="1711971"/>
            <a:ext cx="7075425" cy="435133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91440" rIns="360000" bIns="9144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description of situation in industry, client segment, market or whatever area is relevant for client</a:t>
            </a:r>
            <a:r>
              <a:rPr lang="en-US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’s situation]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description of situation in industry, client segment, market or whatever area is relevant for client</a:t>
            </a:r>
            <a:r>
              <a:rPr lang="en-US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’s situation]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description of situation in industry, client segment, market or whatever area is relevant for client</a:t>
            </a:r>
            <a:r>
              <a:rPr lang="en-US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’s situation]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complications and/or changes in situation]</a:t>
            </a:r>
            <a:br>
              <a:rPr lang="en-US" sz="1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</a:br>
            <a:endParaRPr lang="en-US"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We believe [Client] can [insert aspiration].</a:t>
            </a:r>
          </a:p>
        </p:txBody>
      </p:sp>
      <p:sp>
        <p:nvSpPr>
          <p:cNvPr id="7" name="Google Shape;507;p14">
            <a:extLst>
              <a:ext uri="{FF2B5EF4-FFF2-40B4-BE49-F238E27FC236}">
                <a16:creationId xmlns:a16="http://schemas.microsoft.com/office/drawing/2014/main" id="{16BA68EB-C2D7-E0B5-EFCC-ED4D6408717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538;p14">
            <a:extLst>
              <a:ext uri="{FF2B5EF4-FFF2-40B4-BE49-F238E27FC236}">
                <a16:creationId xmlns:a16="http://schemas.microsoft.com/office/drawing/2014/main" id="{69AA70DD-F4C8-DAAB-BB58-851ADADF33B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3E554D-FD1E-8C65-A8F8-5B083BAF99E2}"/>
              </a:ext>
            </a:extLst>
          </p:cNvPr>
          <p:cNvSpPr txBox="1"/>
          <p:nvPr/>
        </p:nvSpPr>
        <p:spPr>
          <a:xfrm>
            <a:off x="10986655" y="7356764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6A01872F-AC95-E91B-94E3-CB9BD1003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76" y="1719513"/>
            <a:ext cx="3951194" cy="40907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612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A1516-7C87-F2CA-2407-CB86C3BB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519A6-FB60-E703-242F-33ACD4D5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Market B [key takeaway]]</a:t>
            </a:r>
            <a:endParaRPr lang="en-US" b="0">
              <a:cs typeface="Arial"/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5F32645-8CD8-90AD-4DCD-D67961E7EB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0A90E5A-14FE-3FFD-9C23-60493ECEB2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EA44FCF-92BC-62EE-8CB4-03492F59B110}"/>
              </a:ext>
            </a:extLst>
          </p:cNvPr>
          <p:cNvSpPr txBox="1">
            <a:spLocks/>
          </p:cNvSpPr>
          <p:nvPr/>
        </p:nvSpPr>
        <p:spPr>
          <a:xfrm>
            <a:off x="554735" y="1711971"/>
            <a:ext cx="7075425" cy="435133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91440" rIns="360000" bIns="9144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description of situation in industry, client segment, market or whatever area is relevant for client</a:t>
            </a:r>
            <a:r>
              <a:rPr lang="en-US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’s situation]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description of situation in industry, client segment, market or whatever area is relevant for client</a:t>
            </a:r>
            <a:r>
              <a:rPr lang="en-US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’s situation]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description of situation in industry, client segment, market or whatever area is relevant for client</a:t>
            </a:r>
            <a:r>
              <a:rPr lang="en-US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’s situation]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complications and/or changes in situation]</a:t>
            </a:r>
            <a:br>
              <a:rPr lang="en-US" sz="1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</a:br>
            <a:endParaRPr lang="en-US"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We believe [Client] can [insert aspiration].</a:t>
            </a:r>
          </a:p>
        </p:txBody>
      </p:sp>
      <p:sp>
        <p:nvSpPr>
          <p:cNvPr id="7" name="Google Shape;507;p14">
            <a:extLst>
              <a:ext uri="{FF2B5EF4-FFF2-40B4-BE49-F238E27FC236}">
                <a16:creationId xmlns:a16="http://schemas.microsoft.com/office/drawing/2014/main" id="{41AD4555-D647-7898-40FD-D350BA01BB6F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538;p14">
            <a:extLst>
              <a:ext uri="{FF2B5EF4-FFF2-40B4-BE49-F238E27FC236}">
                <a16:creationId xmlns:a16="http://schemas.microsoft.com/office/drawing/2014/main" id="{628CD60B-8E6A-DC39-A0F5-FE56E3D174A2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D4BE9C-D5CC-DE01-CC0B-34A2B95EEB37}"/>
              </a:ext>
            </a:extLst>
          </p:cNvPr>
          <p:cNvSpPr txBox="1"/>
          <p:nvPr/>
        </p:nvSpPr>
        <p:spPr>
          <a:xfrm>
            <a:off x="10986655" y="7356764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C5F7FEA3-B975-5993-3165-B3DF0FC16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286" y="1711817"/>
            <a:ext cx="3958941" cy="40886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6081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1A954-BDA6-54AF-0684-11761189A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8CE9-34CE-C068-A631-9156F056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 C [key take-away]</a:t>
            </a:r>
            <a:endParaRPr lang="en-US" b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2FFCEF54-A781-CC0B-79AE-77579B6A4F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48D3C21-1BC1-794C-E303-E8D58CCAA9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1BB85ABC-2872-8289-B4AB-A06FD44D4B54}"/>
              </a:ext>
            </a:extLst>
          </p:cNvPr>
          <p:cNvSpPr txBox="1">
            <a:spLocks/>
          </p:cNvSpPr>
          <p:nvPr/>
        </p:nvSpPr>
        <p:spPr>
          <a:xfrm>
            <a:off x="554735" y="1711971"/>
            <a:ext cx="7075425" cy="435133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91440" rIns="360000" bIns="9144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description of situation in industry, client segment, market or whatever area is relevant for client</a:t>
            </a:r>
            <a:r>
              <a:rPr lang="en-US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’s situation]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description of situation in industry, client segment, market or whatever area is relevant for client</a:t>
            </a:r>
            <a:r>
              <a:rPr lang="en-US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’s situation]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description of situation in industry, client segment, market or whatever area is relevant for client</a:t>
            </a:r>
            <a:r>
              <a:rPr lang="en-US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’s situation]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complications and/or changes in situation]</a:t>
            </a:r>
            <a:br>
              <a:rPr lang="en-US" sz="1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</a:br>
            <a:endParaRPr lang="en-US"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We believe [Client] can [insert aspiration].</a:t>
            </a:r>
          </a:p>
        </p:txBody>
      </p:sp>
      <p:sp>
        <p:nvSpPr>
          <p:cNvPr id="7" name="Google Shape;507;p14">
            <a:extLst>
              <a:ext uri="{FF2B5EF4-FFF2-40B4-BE49-F238E27FC236}">
                <a16:creationId xmlns:a16="http://schemas.microsoft.com/office/drawing/2014/main" id="{86DDCAD4-3997-C3FD-DF4B-C8D3E37734F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538;p14">
            <a:extLst>
              <a:ext uri="{FF2B5EF4-FFF2-40B4-BE49-F238E27FC236}">
                <a16:creationId xmlns:a16="http://schemas.microsoft.com/office/drawing/2014/main" id="{D7CA41C1-25CC-1683-F640-0CCADE6231AD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C82B36-7422-12C0-C621-A4A4FAD0696D}"/>
              </a:ext>
            </a:extLst>
          </p:cNvPr>
          <p:cNvSpPr txBox="1"/>
          <p:nvPr/>
        </p:nvSpPr>
        <p:spPr>
          <a:xfrm>
            <a:off x="10986655" y="7356764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75BAFA80-0E3C-795F-2682-B9E9F3114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502" y="1714499"/>
            <a:ext cx="3965189" cy="40851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7898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B0A8A-EC66-A39D-D696-42270459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2A3636C-8896-46DF-A6CB-F818CCA733C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261868A-2DAB-EFF7-07B6-0490C0F8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4" y="1711576"/>
            <a:ext cx="4690125" cy="1321588"/>
          </a:xfrm>
        </p:spPr>
        <p:txBody>
          <a:bodyPr vert="horz"/>
          <a:lstStyle/>
          <a:p>
            <a:r>
              <a:rPr lang="en-US" sz="4800"/>
              <a:t>Customer Persona's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FAE5B8-9E67-11DE-25C6-BB8AF28AB3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1DD2485-DC55-94C5-C2CE-7D7782CF299A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>
                <a:solidFill>
                  <a:schemeClr val="bg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6648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2F7EB-E4C0-04A1-C6D4-311A7528C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4EC4329-7A20-AFEE-A5D3-18879EDC319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F729BA2-D790-D095-0716-9B0171EBB2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CA90C23-B761-1834-5C8C-1723D50F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Persona’s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2703F4-3C1F-F7C2-6B80-6302389DD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DD9370-96A9-F22B-D0E7-2762EB261F4D}"/>
              </a:ext>
            </a:extLst>
          </p:cNvPr>
          <p:cNvSpPr/>
          <p:nvPr/>
        </p:nvSpPr>
        <p:spPr>
          <a:xfrm>
            <a:off x="554736" y="2295521"/>
            <a:ext cx="1517355" cy="2031492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 anchorCtr="0">
            <a:noAutofit/>
          </a:bodyPr>
          <a:lstStyle/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[Insert potential cost </a:t>
            </a:r>
            <a:r>
              <a:rPr lang="en-GB" sz="1000">
                <a:solidFill>
                  <a:srgbClr val="061F32"/>
                </a:solidFill>
              </a:rPr>
              <a:t>reduction lever e.g. 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Software licence optimization]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[Insert potential cost reduction lever]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[Insert potential cost reduction lever]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…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679854-FEE5-980D-C442-1BDB80232FF2}"/>
              </a:ext>
            </a:extLst>
          </p:cNvPr>
          <p:cNvSpPr/>
          <p:nvPr/>
        </p:nvSpPr>
        <p:spPr>
          <a:xfrm>
            <a:off x="554736" y="4681982"/>
            <a:ext cx="1517355" cy="1512809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 cap="rnd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061F32"/>
                </a:solidFill>
              </a:rPr>
              <a:t>x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x-xx%</a:t>
            </a:r>
            <a:br>
              <a:rPr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r>
              <a:rPr lang="en-GB" sz="1000">
                <a:solidFill>
                  <a:srgbClr val="061F32"/>
                </a:solidFill>
              </a:rPr>
              <a:t>Expansion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 potential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1C3190-CF6E-A920-3B88-1B2D0AF0D2DA}"/>
              </a:ext>
            </a:extLst>
          </p:cNvPr>
          <p:cNvSpPr/>
          <p:nvPr/>
        </p:nvSpPr>
        <p:spPr>
          <a:xfrm>
            <a:off x="2467770" y="2295521"/>
            <a:ext cx="1517355" cy="2031492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 anchorCtr="0">
            <a:noAutofit/>
          </a:bodyPr>
          <a:lstStyle/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[Insert potential cost </a:t>
            </a:r>
            <a:r>
              <a:rPr lang="en-GB" sz="1000">
                <a:solidFill>
                  <a:srgbClr val="061F32"/>
                </a:solidFill>
              </a:rPr>
              <a:t>reduction lever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[Insert potential cost reduction lever]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[Insert potential cost reduction lever]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…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3B8C5B-6928-1FC1-413B-BAF7E8E6F187}"/>
              </a:ext>
            </a:extLst>
          </p:cNvPr>
          <p:cNvSpPr/>
          <p:nvPr/>
        </p:nvSpPr>
        <p:spPr>
          <a:xfrm>
            <a:off x="2467770" y="4681982"/>
            <a:ext cx="1517355" cy="1512809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 cap="rnd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algn="ctr">
              <a:lnSpc>
                <a:spcPct val="93000"/>
              </a:lnSpc>
              <a:defRPr/>
            </a:pPr>
            <a:r>
              <a:rPr lang="en-GB" sz="1200" b="1">
                <a:solidFill>
                  <a:srgbClr val="061F32"/>
                </a:solidFill>
              </a:rPr>
              <a:t>x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x-xx%</a:t>
            </a:r>
            <a:br>
              <a:rPr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r>
              <a:rPr lang="en-GB" sz="1000">
                <a:solidFill>
                  <a:srgbClr val="061F32"/>
                </a:solidFill>
              </a:rPr>
              <a:t>Expansion potential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42B0D5-891E-B4AB-7E08-2BF728500B69}"/>
              </a:ext>
            </a:extLst>
          </p:cNvPr>
          <p:cNvSpPr/>
          <p:nvPr/>
        </p:nvSpPr>
        <p:spPr>
          <a:xfrm>
            <a:off x="4380804" y="2295521"/>
            <a:ext cx="1517355" cy="2031492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 anchorCtr="0">
            <a:noAutofit/>
          </a:bodyPr>
          <a:lstStyle/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[Insert potential cost </a:t>
            </a:r>
            <a:r>
              <a:rPr lang="en-GB" sz="1000">
                <a:solidFill>
                  <a:srgbClr val="061F32"/>
                </a:solidFill>
              </a:rPr>
              <a:t>reduction lever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[Insert potential cost reduction lever]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[Insert potential cost reduction lever]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…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367A66C-23B8-8CE1-3CD0-78FB8E4CE42C}"/>
              </a:ext>
            </a:extLst>
          </p:cNvPr>
          <p:cNvSpPr/>
          <p:nvPr/>
        </p:nvSpPr>
        <p:spPr>
          <a:xfrm>
            <a:off x="4380804" y="4681982"/>
            <a:ext cx="1517355" cy="1512809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 cap="rnd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061F32"/>
                </a:solidFill>
              </a:rPr>
              <a:t>x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x-xx%</a:t>
            </a:r>
            <a:br>
              <a:rPr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r>
              <a:rPr lang="en-GB" sz="1000">
                <a:solidFill>
                  <a:srgbClr val="061F32"/>
                </a:solidFill>
              </a:rPr>
              <a:t>Expansion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 potential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64A87B-00DA-3ABF-6D2C-72187DC4EBCA}"/>
              </a:ext>
            </a:extLst>
          </p:cNvPr>
          <p:cNvSpPr/>
          <p:nvPr/>
        </p:nvSpPr>
        <p:spPr>
          <a:xfrm>
            <a:off x="10119909" y="2295521"/>
            <a:ext cx="1517355" cy="2031492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 anchorCtr="0">
            <a:noAutofit/>
          </a:bodyPr>
          <a:lstStyle/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[Insert potential cost </a:t>
            </a:r>
            <a:r>
              <a:rPr lang="en-GB" sz="1000">
                <a:solidFill>
                  <a:srgbClr val="061F32"/>
                </a:solidFill>
              </a:rPr>
              <a:t>reduction lever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[Insert potential cost reduction lever]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[Insert potential cost reduction lever]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…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39E4BA-080C-86ED-E25E-3F6B0202B157}"/>
              </a:ext>
            </a:extLst>
          </p:cNvPr>
          <p:cNvSpPr/>
          <p:nvPr/>
        </p:nvSpPr>
        <p:spPr>
          <a:xfrm>
            <a:off x="10119909" y="4681982"/>
            <a:ext cx="1517355" cy="1512809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 cap="rnd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061F32"/>
                </a:solidFill>
              </a:rPr>
              <a:t>x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x-xx%</a:t>
            </a:r>
            <a:br>
              <a:rPr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r>
              <a:rPr lang="en-GB" sz="1000">
                <a:solidFill>
                  <a:srgbClr val="061F32"/>
                </a:solidFill>
              </a:rPr>
              <a:t>Expansion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 potential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3F6F1015-15AD-BF2A-1D90-A4E4918AA51D}"/>
              </a:ext>
            </a:extLst>
          </p:cNvPr>
          <p:cNvSpPr/>
          <p:nvPr/>
        </p:nvSpPr>
        <p:spPr>
          <a:xfrm>
            <a:off x="8206873" y="2295521"/>
            <a:ext cx="1517355" cy="2031492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 anchorCtr="0">
            <a:noAutofit/>
          </a:bodyPr>
          <a:lstStyle/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[Insert potential cost </a:t>
            </a:r>
            <a:r>
              <a:rPr lang="en-GB" sz="1000">
                <a:solidFill>
                  <a:srgbClr val="061F32"/>
                </a:solidFill>
              </a:rPr>
              <a:t>reduction lever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[Insert potential cost reduction lever]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[Insert potential cost reduction lever]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…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EEA1F273-E46A-EC97-40DE-05F1D85BF226}"/>
              </a:ext>
            </a:extLst>
          </p:cNvPr>
          <p:cNvSpPr/>
          <p:nvPr/>
        </p:nvSpPr>
        <p:spPr>
          <a:xfrm>
            <a:off x="8206873" y="4681982"/>
            <a:ext cx="1517355" cy="1512809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 cap="rnd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061F32"/>
                </a:solidFill>
              </a:rPr>
              <a:t>x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x-xx%</a:t>
            </a:r>
            <a:br>
              <a:rPr lang="en-GB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r>
              <a:rPr lang="en-GB" sz="1000">
                <a:solidFill>
                  <a:srgbClr val="061F32"/>
                </a:solidFill>
              </a:rPr>
              <a:t>Expansion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 potential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F269BE6C-093C-D0E2-D621-0BE7C4134281}"/>
              </a:ext>
            </a:extLst>
          </p:cNvPr>
          <p:cNvSpPr/>
          <p:nvPr/>
        </p:nvSpPr>
        <p:spPr>
          <a:xfrm>
            <a:off x="2467771" y="1457981"/>
            <a:ext cx="3430388" cy="31554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ea typeface="+mn-ea"/>
                <a:cs typeface="+mn-cs"/>
              </a:rPr>
              <a:t>ICP 2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7B45D365-1C27-C57E-CCAA-50EFF0B05260}"/>
              </a:ext>
            </a:extLst>
          </p:cNvPr>
          <p:cNvSpPr/>
          <p:nvPr/>
        </p:nvSpPr>
        <p:spPr>
          <a:xfrm>
            <a:off x="6293840" y="1457981"/>
            <a:ext cx="3430388" cy="31533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ea typeface="+mn-ea"/>
                <a:cs typeface="+mn-cs"/>
              </a:rPr>
              <a:t>ICP 3</a:t>
            </a: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DB081B65-88B9-2FE2-3F4B-088FD8D8F272}"/>
              </a:ext>
            </a:extLst>
          </p:cNvPr>
          <p:cNvSpPr/>
          <p:nvPr/>
        </p:nvSpPr>
        <p:spPr>
          <a:xfrm>
            <a:off x="6293839" y="2295521"/>
            <a:ext cx="1517355" cy="2031492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 anchorCtr="0">
            <a:noAutofit/>
          </a:bodyPr>
          <a:lstStyle/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[Insert potential cost </a:t>
            </a:r>
            <a:r>
              <a:rPr lang="en-GB" sz="1000">
                <a:solidFill>
                  <a:srgbClr val="061F32"/>
                </a:solidFill>
              </a:rPr>
              <a:t>reduction lever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[Insert potential cost reduction lever]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[Insert potential cost reduction lever]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>
                <a:solidFill>
                  <a:srgbClr val="061F32"/>
                </a:solidFill>
              </a:rPr>
              <a:t>…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F2B63B33-FE18-D484-951B-897D358BC8D4}"/>
              </a:ext>
            </a:extLst>
          </p:cNvPr>
          <p:cNvSpPr/>
          <p:nvPr/>
        </p:nvSpPr>
        <p:spPr>
          <a:xfrm>
            <a:off x="6293839" y="4681982"/>
            <a:ext cx="1517355" cy="1512809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 cap="rnd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algn="ctr">
              <a:lnSpc>
                <a:spcPct val="93000"/>
              </a:lnSpc>
              <a:defRPr/>
            </a:pPr>
            <a:r>
              <a:rPr lang="en-GB" sz="1200" b="1">
                <a:solidFill>
                  <a:srgbClr val="061F32"/>
                </a:solidFill>
              </a:rPr>
              <a:t>x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ea typeface="+mn-ea"/>
                <a:cs typeface="+mn-cs"/>
              </a:rPr>
              <a:t>x-xx%</a:t>
            </a:r>
            <a:br>
              <a:rPr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r>
              <a:rPr lang="en-GB" sz="1000">
                <a:solidFill>
                  <a:srgbClr val="061F32"/>
                </a:solidFill>
              </a:rPr>
              <a:t>Expansion potential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EDF70DB5-ED14-EDE7-1248-904D0D5E6FF2}"/>
              </a:ext>
            </a:extLst>
          </p:cNvPr>
          <p:cNvSpPr txBox="1"/>
          <p:nvPr/>
        </p:nvSpPr>
        <p:spPr>
          <a:xfrm>
            <a:off x="802421" y="5210307"/>
            <a:ext cx="142694" cy="678945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vert="vert270"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100"/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</a:lstStyle>
          <a:p>
            <a:pPr marL="0" marR="0" lvl="1" indent="0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Complexity</a:t>
            </a:r>
          </a:p>
        </p:txBody>
      </p: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EF5C6C02-8E87-2357-867A-A0F51EA01032}"/>
              </a:ext>
            </a:extLst>
          </p:cNvPr>
          <p:cNvCxnSpPr/>
          <p:nvPr/>
        </p:nvCxnSpPr>
        <p:spPr>
          <a:xfrm flipV="1">
            <a:off x="1009099" y="5285848"/>
            <a:ext cx="0" cy="622295"/>
          </a:xfrm>
          <a:prstGeom prst="straightConnector1">
            <a:avLst/>
          </a:prstGeom>
          <a:ln w="6350">
            <a:solidFill>
              <a:schemeClr val="bg1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467CB257-9DDD-BF42-5318-898A15C3A2C4}"/>
              </a:ext>
            </a:extLst>
          </p:cNvPr>
          <p:cNvCxnSpPr>
            <a:cxnSpLocks/>
          </p:cNvCxnSpPr>
          <p:nvPr/>
        </p:nvCxnSpPr>
        <p:spPr>
          <a:xfrm rot="5400000" flipV="1">
            <a:off x="1416752" y="5500490"/>
            <a:ext cx="0" cy="815306"/>
          </a:xfrm>
          <a:prstGeom prst="straightConnector1">
            <a:avLst/>
          </a:prstGeom>
          <a:ln w="6350">
            <a:solidFill>
              <a:schemeClr val="bg1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720FA217-4268-5022-FC28-791398607CFB}"/>
              </a:ext>
            </a:extLst>
          </p:cNvPr>
          <p:cNvSpPr txBox="1"/>
          <p:nvPr/>
        </p:nvSpPr>
        <p:spPr>
          <a:xfrm>
            <a:off x="1028391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F253FE62-46BF-EDC9-EE6D-B29E19FB355A}"/>
              </a:ext>
            </a:extLst>
          </p:cNvPr>
          <p:cNvSpPr txBox="1"/>
          <p:nvPr/>
        </p:nvSpPr>
        <p:spPr>
          <a:xfrm rot="5400000">
            <a:off x="1369137" y="5641409"/>
            <a:ext cx="114519" cy="796013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vert="vert270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1100"/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</a:lstStyle>
          <a:p>
            <a:pPr marL="0" marR="0" lvl="1" indent="0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Time to impact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D516D9B-F9FB-D515-27B8-F67C375295CD}"/>
              </a:ext>
            </a:extLst>
          </p:cNvPr>
          <p:cNvSpPr txBox="1"/>
          <p:nvPr/>
        </p:nvSpPr>
        <p:spPr>
          <a:xfrm>
            <a:off x="1028391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4BBC1EC-C2B7-63E2-9A4E-5C31FD80F670}"/>
              </a:ext>
            </a:extLst>
          </p:cNvPr>
          <p:cNvSpPr txBox="1"/>
          <p:nvPr/>
        </p:nvSpPr>
        <p:spPr>
          <a:xfrm>
            <a:off x="1028391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45FDD85-E957-18E0-37E9-C16B4CC786D8}"/>
              </a:ext>
            </a:extLst>
          </p:cNvPr>
          <p:cNvSpPr txBox="1"/>
          <p:nvPr/>
        </p:nvSpPr>
        <p:spPr>
          <a:xfrm>
            <a:off x="1267836" y="5732564"/>
            <a:ext cx="209894" cy="160205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C6869495-79DE-8223-3388-1CD102F37E68}"/>
              </a:ext>
            </a:extLst>
          </p:cNvPr>
          <p:cNvSpPr txBox="1"/>
          <p:nvPr/>
        </p:nvSpPr>
        <p:spPr>
          <a:xfrm>
            <a:off x="1507281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8924CED0-C924-21BD-66F6-B0DD0AB7A30F}"/>
              </a:ext>
            </a:extLst>
          </p:cNvPr>
          <p:cNvSpPr txBox="1"/>
          <p:nvPr/>
        </p:nvSpPr>
        <p:spPr>
          <a:xfrm>
            <a:off x="1267836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7E741914-669D-B3C5-DD97-17D0F40ED12F}"/>
              </a:ext>
            </a:extLst>
          </p:cNvPr>
          <p:cNvSpPr txBox="1"/>
          <p:nvPr/>
        </p:nvSpPr>
        <p:spPr>
          <a:xfrm>
            <a:off x="1507281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D92BC53-6B81-41E4-D998-BF07A1F75012}"/>
              </a:ext>
            </a:extLst>
          </p:cNvPr>
          <p:cNvSpPr txBox="1"/>
          <p:nvPr/>
        </p:nvSpPr>
        <p:spPr>
          <a:xfrm>
            <a:off x="1267836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9911A45A-A569-CFBD-41B6-1ED826DDCA76}"/>
              </a:ext>
            </a:extLst>
          </p:cNvPr>
          <p:cNvSpPr txBox="1"/>
          <p:nvPr/>
        </p:nvSpPr>
        <p:spPr>
          <a:xfrm>
            <a:off x="1507281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60F7C2-89E6-5FC7-05CF-7E6F1E3E0769}"/>
              </a:ext>
            </a:extLst>
          </p:cNvPr>
          <p:cNvSpPr/>
          <p:nvPr/>
        </p:nvSpPr>
        <p:spPr>
          <a:xfrm>
            <a:off x="554736" y="1926412"/>
            <a:ext cx="1517355" cy="36910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CFBF5"/>
                </a:solidFill>
                <a:effectLst/>
                <a:uLnTx/>
                <a:uFillTx/>
                <a:ea typeface="+mn-ea"/>
                <a:cs typeface="+mn-cs"/>
              </a:rPr>
              <a:t>Mkt.</a:t>
            </a:r>
            <a:r>
              <a:rPr lang="en-GB" sz="1200" b="1">
                <a:solidFill>
                  <a:srgbClr val="FCFBF5"/>
                </a:solidFill>
              </a:rPr>
              <a:t>. A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FCFBF5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B72A4F-837C-7337-875F-E1B3921160F9}"/>
              </a:ext>
            </a:extLst>
          </p:cNvPr>
          <p:cNvSpPr/>
          <p:nvPr/>
        </p:nvSpPr>
        <p:spPr>
          <a:xfrm>
            <a:off x="2467771" y="1926412"/>
            <a:ext cx="1517355" cy="36910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Mkt. 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42AC9E-7E1B-59E1-007C-8335CB3BECAA}"/>
              </a:ext>
            </a:extLst>
          </p:cNvPr>
          <p:cNvSpPr/>
          <p:nvPr/>
        </p:nvSpPr>
        <p:spPr>
          <a:xfrm>
            <a:off x="4380806" y="1926412"/>
            <a:ext cx="1517355" cy="36910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Mkt. 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AE603B-37C3-F1C4-EA02-ED479E693D1C}"/>
              </a:ext>
            </a:extLst>
          </p:cNvPr>
          <p:cNvSpPr/>
          <p:nvPr/>
        </p:nvSpPr>
        <p:spPr>
          <a:xfrm>
            <a:off x="10119909" y="1926412"/>
            <a:ext cx="1517355" cy="36910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tx1"/>
                </a:solidFill>
              </a:rPr>
              <a:t>Mkt. C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FF1FC6BA-DF2E-A049-4758-F34291DF1BC7}"/>
              </a:ext>
            </a:extLst>
          </p:cNvPr>
          <p:cNvSpPr/>
          <p:nvPr/>
        </p:nvSpPr>
        <p:spPr>
          <a:xfrm>
            <a:off x="8206876" y="1926412"/>
            <a:ext cx="1517355" cy="36910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Mkt. C</a:t>
            </a: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9E205CEF-22E5-9992-A111-CDDB2B5D745A}"/>
              </a:ext>
            </a:extLst>
          </p:cNvPr>
          <p:cNvSpPr/>
          <p:nvPr/>
        </p:nvSpPr>
        <p:spPr>
          <a:xfrm>
            <a:off x="6293841" y="1926412"/>
            <a:ext cx="1517355" cy="36910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CFBF5"/>
                </a:solidFill>
                <a:effectLst/>
                <a:uLnTx/>
                <a:uFillTx/>
                <a:ea typeface="+mn-ea"/>
                <a:cs typeface="+mn-cs"/>
              </a:rPr>
              <a:t>Mkt. </a:t>
            </a:r>
            <a:r>
              <a:rPr lang="en-GB" sz="1200" b="1">
                <a:solidFill>
                  <a:srgbClr val="FCFBF5"/>
                </a:solidFill>
              </a:rPr>
              <a:t>B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FCFBF5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75E161-1EF5-1605-B77A-44AC8B01EBA8}"/>
              </a:ext>
            </a:extLst>
          </p:cNvPr>
          <p:cNvSpPr/>
          <p:nvPr/>
        </p:nvSpPr>
        <p:spPr>
          <a:xfrm>
            <a:off x="554736" y="1457981"/>
            <a:ext cx="1517355" cy="31554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ea typeface="+mn-ea"/>
                <a:cs typeface="+mn-cs"/>
              </a:rPr>
              <a:t>ICP 1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13FA529A-4DC7-8466-F83F-D015B427AFFF}"/>
              </a:ext>
            </a:extLst>
          </p:cNvPr>
          <p:cNvSpPr/>
          <p:nvPr/>
        </p:nvSpPr>
        <p:spPr>
          <a:xfrm rot="10800000">
            <a:off x="6828405" y="4430357"/>
            <a:ext cx="448224" cy="148281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CB38BCCD-5AD4-203D-E05E-914A779AD926}"/>
              </a:ext>
            </a:extLst>
          </p:cNvPr>
          <p:cNvSpPr/>
          <p:nvPr/>
        </p:nvSpPr>
        <p:spPr>
          <a:xfrm rot="10800000">
            <a:off x="8741438" y="4430357"/>
            <a:ext cx="448224" cy="148281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59016A15-89F8-ECCC-3F6B-1C7CEDF40B1D}"/>
              </a:ext>
            </a:extLst>
          </p:cNvPr>
          <p:cNvSpPr/>
          <p:nvPr/>
        </p:nvSpPr>
        <p:spPr>
          <a:xfrm rot="10800000">
            <a:off x="10654474" y="4430357"/>
            <a:ext cx="448224" cy="148281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A50DF41E-1CDE-5A38-1D18-6C32794E6F45}"/>
              </a:ext>
            </a:extLst>
          </p:cNvPr>
          <p:cNvSpPr/>
          <p:nvPr/>
        </p:nvSpPr>
        <p:spPr>
          <a:xfrm rot="10800000">
            <a:off x="4915370" y="4430357"/>
            <a:ext cx="448224" cy="148281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7CEDA022-8AC0-31E3-75DA-0737C094F238}"/>
              </a:ext>
            </a:extLst>
          </p:cNvPr>
          <p:cNvSpPr/>
          <p:nvPr/>
        </p:nvSpPr>
        <p:spPr>
          <a:xfrm rot="10800000">
            <a:off x="3002336" y="4430357"/>
            <a:ext cx="448224" cy="148281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F5837575-362A-97F1-EBE7-AF3FCF25D222}"/>
              </a:ext>
            </a:extLst>
          </p:cNvPr>
          <p:cNvSpPr/>
          <p:nvPr/>
        </p:nvSpPr>
        <p:spPr>
          <a:xfrm rot="10800000">
            <a:off x="1089302" y="4430357"/>
            <a:ext cx="448224" cy="148281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148F94-8FE6-BD0A-1216-87D1D91DB17E}"/>
              </a:ext>
            </a:extLst>
          </p:cNvPr>
          <p:cNvSpPr txBox="1"/>
          <p:nvPr/>
        </p:nvSpPr>
        <p:spPr>
          <a:xfrm>
            <a:off x="2715456" y="5210307"/>
            <a:ext cx="142694" cy="678945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vert="vert270"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100"/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</a:lstStyle>
          <a:p>
            <a:pPr marL="0" marR="0" lvl="1" indent="0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Complexity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30290F-F033-BCAB-A0AF-3E789AEB0BD2}"/>
              </a:ext>
            </a:extLst>
          </p:cNvPr>
          <p:cNvCxnSpPr/>
          <p:nvPr/>
        </p:nvCxnSpPr>
        <p:spPr>
          <a:xfrm flipV="1">
            <a:off x="2922134" y="5285848"/>
            <a:ext cx="0" cy="622295"/>
          </a:xfrm>
          <a:prstGeom prst="straightConnector1">
            <a:avLst/>
          </a:prstGeom>
          <a:ln w="6350">
            <a:solidFill>
              <a:schemeClr val="bg1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65E381-15E6-576F-8C67-331032FB4E2A}"/>
              </a:ext>
            </a:extLst>
          </p:cNvPr>
          <p:cNvCxnSpPr>
            <a:cxnSpLocks/>
          </p:cNvCxnSpPr>
          <p:nvPr/>
        </p:nvCxnSpPr>
        <p:spPr>
          <a:xfrm rot="5400000" flipV="1">
            <a:off x="3329787" y="5500490"/>
            <a:ext cx="0" cy="815306"/>
          </a:xfrm>
          <a:prstGeom prst="straightConnector1">
            <a:avLst/>
          </a:prstGeom>
          <a:ln w="6350">
            <a:solidFill>
              <a:schemeClr val="bg1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5FE4627-C8C5-E32E-BFED-AE90D3975EC4}"/>
              </a:ext>
            </a:extLst>
          </p:cNvPr>
          <p:cNvSpPr txBox="1"/>
          <p:nvPr/>
        </p:nvSpPr>
        <p:spPr>
          <a:xfrm>
            <a:off x="2941426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078D1A-3C1B-E961-D71C-B3C7C593C904}"/>
              </a:ext>
            </a:extLst>
          </p:cNvPr>
          <p:cNvSpPr txBox="1"/>
          <p:nvPr/>
        </p:nvSpPr>
        <p:spPr>
          <a:xfrm rot="5400000">
            <a:off x="3282172" y="5641409"/>
            <a:ext cx="114519" cy="796013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vert="vert270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1100"/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</a:lstStyle>
          <a:p>
            <a:pPr marL="0" marR="0" lvl="1" indent="0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Time to impact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DABDB8-8CB6-F89A-3ADE-6A7A7C4BA993}"/>
              </a:ext>
            </a:extLst>
          </p:cNvPr>
          <p:cNvSpPr txBox="1"/>
          <p:nvPr/>
        </p:nvSpPr>
        <p:spPr>
          <a:xfrm>
            <a:off x="2941426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15ACAC-1BF8-2A63-895A-2992BA4C10D7}"/>
              </a:ext>
            </a:extLst>
          </p:cNvPr>
          <p:cNvSpPr txBox="1"/>
          <p:nvPr/>
        </p:nvSpPr>
        <p:spPr>
          <a:xfrm>
            <a:off x="2941426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398F77-4A3A-686A-9495-CB5AAD4D64BC}"/>
              </a:ext>
            </a:extLst>
          </p:cNvPr>
          <p:cNvSpPr txBox="1"/>
          <p:nvPr/>
        </p:nvSpPr>
        <p:spPr>
          <a:xfrm>
            <a:off x="3180871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B894B4-2038-296B-961A-413F46905F2F}"/>
              </a:ext>
            </a:extLst>
          </p:cNvPr>
          <p:cNvSpPr txBox="1"/>
          <p:nvPr/>
        </p:nvSpPr>
        <p:spPr>
          <a:xfrm>
            <a:off x="3420316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FC1BCC-4A10-0B1E-DF16-44266F45222C}"/>
              </a:ext>
            </a:extLst>
          </p:cNvPr>
          <p:cNvSpPr txBox="1"/>
          <p:nvPr/>
        </p:nvSpPr>
        <p:spPr>
          <a:xfrm>
            <a:off x="3180871" y="5558936"/>
            <a:ext cx="209894" cy="160205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AD086B-BC96-7C49-6542-B0B209068F3C}"/>
              </a:ext>
            </a:extLst>
          </p:cNvPr>
          <p:cNvSpPr txBox="1"/>
          <p:nvPr/>
        </p:nvSpPr>
        <p:spPr>
          <a:xfrm>
            <a:off x="3420316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51602B-006A-6B04-7F03-7DDDC8503E7B}"/>
              </a:ext>
            </a:extLst>
          </p:cNvPr>
          <p:cNvSpPr txBox="1"/>
          <p:nvPr/>
        </p:nvSpPr>
        <p:spPr>
          <a:xfrm>
            <a:off x="3180871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6F56A6-DBF1-DEC1-B83A-353EC0032B7D}"/>
              </a:ext>
            </a:extLst>
          </p:cNvPr>
          <p:cNvSpPr txBox="1"/>
          <p:nvPr/>
        </p:nvSpPr>
        <p:spPr>
          <a:xfrm>
            <a:off x="3420316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242FDB-150F-42D5-AB8E-015C18830ED2}"/>
              </a:ext>
            </a:extLst>
          </p:cNvPr>
          <p:cNvSpPr txBox="1"/>
          <p:nvPr/>
        </p:nvSpPr>
        <p:spPr>
          <a:xfrm>
            <a:off x="4628491" y="5210307"/>
            <a:ext cx="142694" cy="678945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vert="vert270"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100"/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</a:lstStyle>
          <a:p>
            <a:pPr marL="0" marR="0" lvl="1" indent="0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Complexity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AE914FA-ADF9-AE54-5D27-73B57E58ABDA}"/>
              </a:ext>
            </a:extLst>
          </p:cNvPr>
          <p:cNvCxnSpPr/>
          <p:nvPr/>
        </p:nvCxnSpPr>
        <p:spPr>
          <a:xfrm flipV="1">
            <a:off x="4835169" y="5285848"/>
            <a:ext cx="0" cy="622295"/>
          </a:xfrm>
          <a:prstGeom prst="straightConnector1">
            <a:avLst/>
          </a:prstGeom>
          <a:ln w="6350">
            <a:solidFill>
              <a:schemeClr val="bg1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00C7595-4CCB-39F1-E2E3-D8307F4BAF00}"/>
              </a:ext>
            </a:extLst>
          </p:cNvPr>
          <p:cNvCxnSpPr>
            <a:cxnSpLocks/>
          </p:cNvCxnSpPr>
          <p:nvPr/>
        </p:nvCxnSpPr>
        <p:spPr>
          <a:xfrm rot="5400000" flipV="1">
            <a:off x="5242822" y="5500490"/>
            <a:ext cx="0" cy="815306"/>
          </a:xfrm>
          <a:prstGeom prst="straightConnector1">
            <a:avLst/>
          </a:prstGeom>
          <a:ln w="6350">
            <a:solidFill>
              <a:schemeClr val="bg1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024E5F4-A4D6-C685-DB0A-FA9310EB10ED}"/>
              </a:ext>
            </a:extLst>
          </p:cNvPr>
          <p:cNvSpPr txBox="1"/>
          <p:nvPr/>
        </p:nvSpPr>
        <p:spPr>
          <a:xfrm>
            <a:off x="4854461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C06BC7-88BD-A38E-80E5-B6E538C0AD7F}"/>
              </a:ext>
            </a:extLst>
          </p:cNvPr>
          <p:cNvSpPr txBox="1"/>
          <p:nvPr/>
        </p:nvSpPr>
        <p:spPr>
          <a:xfrm rot="5400000">
            <a:off x="5195207" y="5641409"/>
            <a:ext cx="114519" cy="796013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vert="vert270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1100"/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</a:lstStyle>
          <a:p>
            <a:pPr marL="0" marR="0" lvl="1" indent="0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Time to impact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8283B0-7D12-F030-7F1D-68F8BADDDCE9}"/>
              </a:ext>
            </a:extLst>
          </p:cNvPr>
          <p:cNvSpPr txBox="1"/>
          <p:nvPr/>
        </p:nvSpPr>
        <p:spPr>
          <a:xfrm>
            <a:off x="4854461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0A48A2-D3DC-DB4F-2CFA-4C140E9F9793}"/>
              </a:ext>
            </a:extLst>
          </p:cNvPr>
          <p:cNvSpPr txBox="1"/>
          <p:nvPr/>
        </p:nvSpPr>
        <p:spPr>
          <a:xfrm>
            <a:off x="4854461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4E8A1C-88FF-A830-4228-AD4D1F1E73C7}"/>
              </a:ext>
            </a:extLst>
          </p:cNvPr>
          <p:cNvSpPr txBox="1"/>
          <p:nvPr/>
        </p:nvSpPr>
        <p:spPr>
          <a:xfrm>
            <a:off x="5093906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3BFF7D-F486-8F45-7792-2C2C61A1B9F7}"/>
              </a:ext>
            </a:extLst>
          </p:cNvPr>
          <p:cNvSpPr txBox="1"/>
          <p:nvPr/>
        </p:nvSpPr>
        <p:spPr>
          <a:xfrm>
            <a:off x="5333351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6F4D06-70E1-49D9-FEF4-6A0A5F82C07C}"/>
              </a:ext>
            </a:extLst>
          </p:cNvPr>
          <p:cNvSpPr txBox="1"/>
          <p:nvPr/>
        </p:nvSpPr>
        <p:spPr>
          <a:xfrm>
            <a:off x="5093906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F2F6CE-C16E-783B-B81D-E9BF9F8DDEAC}"/>
              </a:ext>
            </a:extLst>
          </p:cNvPr>
          <p:cNvSpPr txBox="1"/>
          <p:nvPr/>
        </p:nvSpPr>
        <p:spPr>
          <a:xfrm>
            <a:off x="5333351" y="5558936"/>
            <a:ext cx="209894" cy="160205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EAC0DD-EC2B-7BEC-A76D-1B700134ED90}"/>
              </a:ext>
            </a:extLst>
          </p:cNvPr>
          <p:cNvSpPr txBox="1"/>
          <p:nvPr/>
        </p:nvSpPr>
        <p:spPr>
          <a:xfrm>
            <a:off x="5093906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56FA67-B319-E573-6DC2-719F050E9E99}"/>
              </a:ext>
            </a:extLst>
          </p:cNvPr>
          <p:cNvSpPr txBox="1"/>
          <p:nvPr/>
        </p:nvSpPr>
        <p:spPr>
          <a:xfrm>
            <a:off x="5333351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39392D-17B0-9424-266D-EAE7D9EA7256}"/>
              </a:ext>
            </a:extLst>
          </p:cNvPr>
          <p:cNvSpPr txBox="1"/>
          <p:nvPr/>
        </p:nvSpPr>
        <p:spPr>
          <a:xfrm>
            <a:off x="6541526" y="5210307"/>
            <a:ext cx="142694" cy="678945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vert="vert270"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100"/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</a:lstStyle>
          <a:p>
            <a:pPr marL="0" marR="0" lvl="1" indent="0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Complexity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8737564-04E9-E07B-F369-CD60FB3E5553}"/>
              </a:ext>
            </a:extLst>
          </p:cNvPr>
          <p:cNvCxnSpPr/>
          <p:nvPr/>
        </p:nvCxnSpPr>
        <p:spPr>
          <a:xfrm flipV="1">
            <a:off x="6748204" y="5285848"/>
            <a:ext cx="0" cy="622295"/>
          </a:xfrm>
          <a:prstGeom prst="straightConnector1">
            <a:avLst/>
          </a:prstGeom>
          <a:ln w="6350">
            <a:solidFill>
              <a:schemeClr val="bg1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F7EA946-63C6-5F95-E2F3-5E8C21B64B71}"/>
              </a:ext>
            </a:extLst>
          </p:cNvPr>
          <p:cNvCxnSpPr>
            <a:cxnSpLocks/>
          </p:cNvCxnSpPr>
          <p:nvPr/>
        </p:nvCxnSpPr>
        <p:spPr>
          <a:xfrm rot="5400000" flipV="1">
            <a:off x="7155857" y="5500490"/>
            <a:ext cx="0" cy="815306"/>
          </a:xfrm>
          <a:prstGeom prst="straightConnector1">
            <a:avLst/>
          </a:prstGeom>
          <a:ln w="6350">
            <a:solidFill>
              <a:schemeClr val="bg1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021733C-30BB-70C6-CE7C-7614ACE58BCF}"/>
              </a:ext>
            </a:extLst>
          </p:cNvPr>
          <p:cNvSpPr txBox="1"/>
          <p:nvPr/>
        </p:nvSpPr>
        <p:spPr>
          <a:xfrm>
            <a:off x="6767496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5013CE-842F-4DD9-D4C6-724E465F5CFB}"/>
              </a:ext>
            </a:extLst>
          </p:cNvPr>
          <p:cNvSpPr txBox="1"/>
          <p:nvPr/>
        </p:nvSpPr>
        <p:spPr>
          <a:xfrm rot="5400000">
            <a:off x="7108242" y="5641409"/>
            <a:ext cx="114519" cy="796013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vert="vert270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1100"/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</a:lstStyle>
          <a:p>
            <a:pPr marL="0" marR="0" lvl="1" indent="0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Time to impact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74197A-D24E-64BD-9B76-995158B6AA97}"/>
              </a:ext>
            </a:extLst>
          </p:cNvPr>
          <p:cNvSpPr txBox="1"/>
          <p:nvPr/>
        </p:nvSpPr>
        <p:spPr>
          <a:xfrm>
            <a:off x="6767496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9187CA-14C9-7CB0-30F6-6370437BD0A9}"/>
              </a:ext>
            </a:extLst>
          </p:cNvPr>
          <p:cNvSpPr txBox="1"/>
          <p:nvPr/>
        </p:nvSpPr>
        <p:spPr>
          <a:xfrm>
            <a:off x="6767496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CC4D78-6200-E782-275C-19FC44DC233B}"/>
              </a:ext>
            </a:extLst>
          </p:cNvPr>
          <p:cNvSpPr txBox="1"/>
          <p:nvPr/>
        </p:nvSpPr>
        <p:spPr>
          <a:xfrm>
            <a:off x="7006941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361E81-41EB-6D1C-C19B-3E3556ADD7AE}"/>
              </a:ext>
            </a:extLst>
          </p:cNvPr>
          <p:cNvSpPr txBox="1"/>
          <p:nvPr/>
        </p:nvSpPr>
        <p:spPr>
          <a:xfrm>
            <a:off x="7246386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8395D9D9-D52C-74DC-DAAC-838DE0D857B2}"/>
              </a:ext>
            </a:extLst>
          </p:cNvPr>
          <p:cNvSpPr txBox="1"/>
          <p:nvPr/>
        </p:nvSpPr>
        <p:spPr>
          <a:xfrm>
            <a:off x="7006941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F1A982C-3B07-E402-DB47-E90393491983}"/>
              </a:ext>
            </a:extLst>
          </p:cNvPr>
          <p:cNvSpPr txBox="1"/>
          <p:nvPr/>
        </p:nvSpPr>
        <p:spPr>
          <a:xfrm>
            <a:off x="7246386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5E6CC62-1798-C39B-CA0A-63D1F2EB3D3A}"/>
              </a:ext>
            </a:extLst>
          </p:cNvPr>
          <p:cNvSpPr txBox="1"/>
          <p:nvPr/>
        </p:nvSpPr>
        <p:spPr>
          <a:xfrm>
            <a:off x="7006941" y="5385309"/>
            <a:ext cx="209894" cy="160205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1E41D12-17FC-97CC-2E9C-1E176594E09B}"/>
              </a:ext>
            </a:extLst>
          </p:cNvPr>
          <p:cNvSpPr txBox="1"/>
          <p:nvPr/>
        </p:nvSpPr>
        <p:spPr>
          <a:xfrm>
            <a:off x="7246386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8212CE4-D358-BBDD-437E-EFFE1F8016EE}"/>
              </a:ext>
            </a:extLst>
          </p:cNvPr>
          <p:cNvSpPr txBox="1"/>
          <p:nvPr/>
        </p:nvSpPr>
        <p:spPr>
          <a:xfrm>
            <a:off x="8454561" y="5210307"/>
            <a:ext cx="142694" cy="678945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vert="vert270"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100"/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</a:lstStyle>
          <a:p>
            <a:pPr marL="0" marR="0" lvl="1" indent="0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Complexity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F1185CEF-842F-DCA3-AE30-F5E44A65DEEE}"/>
              </a:ext>
            </a:extLst>
          </p:cNvPr>
          <p:cNvCxnSpPr/>
          <p:nvPr/>
        </p:nvCxnSpPr>
        <p:spPr>
          <a:xfrm flipV="1">
            <a:off x="8661239" y="5285848"/>
            <a:ext cx="0" cy="622295"/>
          </a:xfrm>
          <a:prstGeom prst="straightConnector1">
            <a:avLst/>
          </a:prstGeom>
          <a:ln w="6350">
            <a:solidFill>
              <a:schemeClr val="bg1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8AD78D15-D059-9158-9EAD-6CACB00B1FF1}"/>
              </a:ext>
            </a:extLst>
          </p:cNvPr>
          <p:cNvCxnSpPr>
            <a:cxnSpLocks/>
          </p:cNvCxnSpPr>
          <p:nvPr/>
        </p:nvCxnSpPr>
        <p:spPr>
          <a:xfrm rot="5400000" flipV="1">
            <a:off x="9068892" y="5500490"/>
            <a:ext cx="0" cy="815306"/>
          </a:xfrm>
          <a:prstGeom prst="straightConnector1">
            <a:avLst/>
          </a:prstGeom>
          <a:ln w="6350">
            <a:solidFill>
              <a:schemeClr val="bg1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C10313D0-F748-467A-8973-9D4DCBCAE3D9}"/>
              </a:ext>
            </a:extLst>
          </p:cNvPr>
          <p:cNvSpPr txBox="1"/>
          <p:nvPr/>
        </p:nvSpPr>
        <p:spPr>
          <a:xfrm>
            <a:off x="8680531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354303E-0A60-D375-DDB7-03585E2AA8BD}"/>
              </a:ext>
            </a:extLst>
          </p:cNvPr>
          <p:cNvSpPr txBox="1"/>
          <p:nvPr/>
        </p:nvSpPr>
        <p:spPr>
          <a:xfrm rot="5400000">
            <a:off x="9021277" y="5641409"/>
            <a:ext cx="114519" cy="796013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vert="vert270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1100"/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</a:lstStyle>
          <a:p>
            <a:pPr marL="0" marR="0" lvl="1" indent="0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Time to impact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DF809717-AE3C-6C3E-E40F-14B5A29FFB03}"/>
              </a:ext>
            </a:extLst>
          </p:cNvPr>
          <p:cNvSpPr txBox="1"/>
          <p:nvPr/>
        </p:nvSpPr>
        <p:spPr>
          <a:xfrm>
            <a:off x="8680531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40351CE8-1934-EE14-8294-05D041827839}"/>
              </a:ext>
            </a:extLst>
          </p:cNvPr>
          <p:cNvSpPr txBox="1"/>
          <p:nvPr/>
        </p:nvSpPr>
        <p:spPr>
          <a:xfrm>
            <a:off x="8680531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E1597443-1D80-DB8F-72AE-1476FE503135}"/>
              </a:ext>
            </a:extLst>
          </p:cNvPr>
          <p:cNvSpPr txBox="1"/>
          <p:nvPr/>
        </p:nvSpPr>
        <p:spPr>
          <a:xfrm>
            <a:off x="8919976" y="5732564"/>
            <a:ext cx="209894" cy="160205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ED638FE-FD11-AEDC-6775-E9B0AF6EFEF6}"/>
              </a:ext>
            </a:extLst>
          </p:cNvPr>
          <p:cNvSpPr txBox="1"/>
          <p:nvPr/>
        </p:nvSpPr>
        <p:spPr>
          <a:xfrm>
            <a:off x="9159421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3271239-2973-6F28-9010-CB27F1D7CD7C}"/>
              </a:ext>
            </a:extLst>
          </p:cNvPr>
          <p:cNvSpPr txBox="1"/>
          <p:nvPr/>
        </p:nvSpPr>
        <p:spPr>
          <a:xfrm>
            <a:off x="8919976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CD4302EE-341D-0C90-83CC-865285147217}"/>
              </a:ext>
            </a:extLst>
          </p:cNvPr>
          <p:cNvSpPr txBox="1"/>
          <p:nvPr/>
        </p:nvSpPr>
        <p:spPr>
          <a:xfrm>
            <a:off x="9159421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FD06D318-2345-0555-C390-9898D701488D}"/>
              </a:ext>
            </a:extLst>
          </p:cNvPr>
          <p:cNvSpPr txBox="1"/>
          <p:nvPr/>
        </p:nvSpPr>
        <p:spPr>
          <a:xfrm>
            <a:off x="8919976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18176DFF-AD71-35D9-41CA-035383787CE2}"/>
              </a:ext>
            </a:extLst>
          </p:cNvPr>
          <p:cNvSpPr txBox="1"/>
          <p:nvPr/>
        </p:nvSpPr>
        <p:spPr>
          <a:xfrm>
            <a:off x="9159421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CE6CC7C-1B39-E94B-250D-17C693A7D482}"/>
              </a:ext>
            </a:extLst>
          </p:cNvPr>
          <p:cNvSpPr txBox="1"/>
          <p:nvPr/>
        </p:nvSpPr>
        <p:spPr>
          <a:xfrm>
            <a:off x="10367594" y="5210307"/>
            <a:ext cx="142694" cy="678945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vert="vert270"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100"/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</a:lstStyle>
          <a:p>
            <a:pPr marL="0" marR="0" lvl="1" indent="0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Complexity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D69D7C68-F7DF-64AA-50E1-983A7D34C81F}"/>
              </a:ext>
            </a:extLst>
          </p:cNvPr>
          <p:cNvCxnSpPr/>
          <p:nvPr/>
        </p:nvCxnSpPr>
        <p:spPr>
          <a:xfrm flipV="1">
            <a:off x="10574272" y="5285848"/>
            <a:ext cx="0" cy="622295"/>
          </a:xfrm>
          <a:prstGeom prst="straightConnector1">
            <a:avLst/>
          </a:prstGeom>
          <a:ln w="6350">
            <a:solidFill>
              <a:schemeClr val="bg1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ED861025-044F-CAC9-8EE0-EA661592183B}"/>
              </a:ext>
            </a:extLst>
          </p:cNvPr>
          <p:cNvCxnSpPr>
            <a:cxnSpLocks/>
          </p:cNvCxnSpPr>
          <p:nvPr/>
        </p:nvCxnSpPr>
        <p:spPr>
          <a:xfrm rot="5400000" flipV="1">
            <a:off x="10981925" y="5500490"/>
            <a:ext cx="0" cy="815306"/>
          </a:xfrm>
          <a:prstGeom prst="straightConnector1">
            <a:avLst/>
          </a:prstGeom>
          <a:ln w="6350">
            <a:solidFill>
              <a:schemeClr val="bg1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>
            <a:extLst>
              <a:ext uri="{FF2B5EF4-FFF2-40B4-BE49-F238E27FC236}">
                <a16:creationId xmlns:a16="http://schemas.microsoft.com/office/drawing/2014/main" id="{1108FA53-A053-547F-F98F-0B1D7847BAFE}"/>
              </a:ext>
            </a:extLst>
          </p:cNvPr>
          <p:cNvSpPr txBox="1"/>
          <p:nvPr/>
        </p:nvSpPr>
        <p:spPr>
          <a:xfrm>
            <a:off x="10593564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DC2B68A-2418-D282-D392-5E1C4E02B433}"/>
              </a:ext>
            </a:extLst>
          </p:cNvPr>
          <p:cNvSpPr txBox="1"/>
          <p:nvPr/>
        </p:nvSpPr>
        <p:spPr>
          <a:xfrm rot="5400000">
            <a:off x="10934310" y="5641409"/>
            <a:ext cx="114519" cy="796013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vert="vert270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1100"/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latin typeface="Arial" panose="020B0604020202020204" pitchFamily="34" charset="0"/>
              </a:defRPr>
            </a:lvl2pPr>
          </a:lstStyle>
          <a:p>
            <a:pPr marL="0" marR="0" lvl="1" indent="0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Time to impact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97AE48D-8066-BF79-52B6-1AC4C4785EFA}"/>
              </a:ext>
            </a:extLst>
          </p:cNvPr>
          <p:cNvSpPr txBox="1"/>
          <p:nvPr/>
        </p:nvSpPr>
        <p:spPr>
          <a:xfrm>
            <a:off x="10593564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62EE184-E3EF-3D6F-A882-B191D2F5609A}"/>
              </a:ext>
            </a:extLst>
          </p:cNvPr>
          <p:cNvSpPr txBox="1"/>
          <p:nvPr/>
        </p:nvSpPr>
        <p:spPr>
          <a:xfrm>
            <a:off x="10593564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5B070324-9199-97DF-FBA4-185648039736}"/>
              </a:ext>
            </a:extLst>
          </p:cNvPr>
          <p:cNvSpPr txBox="1"/>
          <p:nvPr/>
        </p:nvSpPr>
        <p:spPr>
          <a:xfrm>
            <a:off x="10833009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AEF36C16-9EAF-21B1-A416-68FCF505D43C}"/>
              </a:ext>
            </a:extLst>
          </p:cNvPr>
          <p:cNvSpPr txBox="1"/>
          <p:nvPr/>
        </p:nvSpPr>
        <p:spPr>
          <a:xfrm>
            <a:off x="11072454" y="5732564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ED6B73BA-F858-8312-51BF-B57EA6260B5C}"/>
              </a:ext>
            </a:extLst>
          </p:cNvPr>
          <p:cNvSpPr txBox="1"/>
          <p:nvPr/>
        </p:nvSpPr>
        <p:spPr>
          <a:xfrm>
            <a:off x="10833009" y="5558936"/>
            <a:ext cx="209894" cy="160205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E924AF24-ECF4-C3F4-2DBC-8EB794F8EE48}"/>
              </a:ext>
            </a:extLst>
          </p:cNvPr>
          <p:cNvSpPr txBox="1"/>
          <p:nvPr/>
        </p:nvSpPr>
        <p:spPr>
          <a:xfrm>
            <a:off x="11072454" y="5558936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7221EFA7-7FF7-1E67-99D5-44C9A4FAE41A}"/>
              </a:ext>
            </a:extLst>
          </p:cNvPr>
          <p:cNvSpPr txBox="1"/>
          <p:nvPr/>
        </p:nvSpPr>
        <p:spPr>
          <a:xfrm>
            <a:off x="10833009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0E7CB5F0-10C4-43D6-6CCC-3950920D0CE5}"/>
              </a:ext>
            </a:extLst>
          </p:cNvPr>
          <p:cNvSpPr txBox="1"/>
          <p:nvPr/>
        </p:nvSpPr>
        <p:spPr>
          <a:xfrm>
            <a:off x="11072454" y="5385309"/>
            <a:ext cx="209894" cy="160205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6345A7FA-BB36-236F-19A2-8F98A387AB37}"/>
              </a:ext>
            </a:extLst>
          </p:cNvPr>
          <p:cNvCxnSpPr>
            <a:cxnSpLocks/>
          </p:cNvCxnSpPr>
          <p:nvPr/>
        </p:nvCxnSpPr>
        <p:spPr>
          <a:xfrm>
            <a:off x="554736" y="1773527"/>
            <a:ext cx="1517355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B94EB65F-F73A-4016-64F3-BC2106513309}"/>
              </a:ext>
            </a:extLst>
          </p:cNvPr>
          <p:cNvCxnSpPr>
            <a:cxnSpLocks/>
          </p:cNvCxnSpPr>
          <p:nvPr/>
        </p:nvCxnSpPr>
        <p:spPr>
          <a:xfrm>
            <a:off x="2467771" y="1773527"/>
            <a:ext cx="3430388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591AB5CA-7317-1541-CB6A-D78B40FFDB1B}"/>
              </a:ext>
            </a:extLst>
          </p:cNvPr>
          <p:cNvCxnSpPr>
            <a:cxnSpLocks/>
          </p:cNvCxnSpPr>
          <p:nvPr/>
        </p:nvCxnSpPr>
        <p:spPr>
          <a:xfrm>
            <a:off x="6293840" y="1773527"/>
            <a:ext cx="3430388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9156AC2D-7116-55D7-1C8D-1041DDDB9310}"/>
              </a:ext>
            </a:extLst>
          </p:cNvPr>
          <p:cNvCxnSpPr>
            <a:cxnSpLocks/>
          </p:cNvCxnSpPr>
          <p:nvPr/>
        </p:nvCxnSpPr>
        <p:spPr>
          <a:xfrm>
            <a:off x="10119909" y="1773316"/>
            <a:ext cx="1517355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angle 224">
            <a:extLst>
              <a:ext uri="{FF2B5EF4-FFF2-40B4-BE49-F238E27FC236}">
                <a16:creationId xmlns:a16="http://schemas.microsoft.com/office/drawing/2014/main" id="{15B952DB-6561-D4D0-892E-92EB432CAC2E}"/>
              </a:ext>
            </a:extLst>
          </p:cNvPr>
          <p:cNvSpPr/>
          <p:nvPr/>
        </p:nvSpPr>
        <p:spPr>
          <a:xfrm>
            <a:off x="10119910" y="1457981"/>
            <a:ext cx="1517354" cy="31533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ea typeface="+mn-ea"/>
                <a:cs typeface="+mn-cs"/>
              </a:rPr>
              <a:t>ICP 4</a:t>
            </a:r>
          </a:p>
        </p:txBody>
      </p:sp>
      <p:sp>
        <p:nvSpPr>
          <p:cNvPr id="13" name="Google Shape;507;p14">
            <a:extLst>
              <a:ext uri="{FF2B5EF4-FFF2-40B4-BE49-F238E27FC236}">
                <a16:creationId xmlns:a16="http://schemas.microsoft.com/office/drawing/2014/main" id="{F006F91F-53C4-8A0D-2F74-21333AA97C5E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4871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F4502-41C9-87F4-9AAF-9274D3E7A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A19AD5-61B6-3AFC-02A8-6DA678CE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 Triggers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4D4DAD-F1A0-A8F8-DCE6-AA9A0825F0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49E436-E9E4-17A7-3680-23F9445FD159}"/>
              </a:ext>
            </a:extLst>
          </p:cNvPr>
          <p:cNvSpPr txBox="1"/>
          <p:nvPr/>
        </p:nvSpPr>
        <p:spPr>
          <a:xfrm>
            <a:off x="842962" y="2993572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>
                <a:solidFill>
                  <a:schemeClr val="bg1"/>
                </a:solidFill>
              </a:rPr>
              <a:t>Funding Event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44FC6-976A-183B-CF93-D06335A10EBA}"/>
              </a:ext>
            </a:extLst>
          </p:cNvPr>
          <p:cNvSpPr txBox="1"/>
          <p:nvPr/>
        </p:nvSpPr>
        <p:spPr>
          <a:xfrm>
            <a:off x="3592512" y="2993572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>
                <a:solidFill>
                  <a:schemeClr val="bg1"/>
                </a:solidFill>
              </a:rPr>
              <a:t>Hiring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47D98-856B-422B-D000-8BB7232C6F29}"/>
              </a:ext>
            </a:extLst>
          </p:cNvPr>
          <p:cNvSpPr txBox="1"/>
          <p:nvPr/>
        </p:nvSpPr>
        <p:spPr>
          <a:xfrm>
            <a:off x="6342062" y="2993572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>
                <a:solidFill>
                  <a:schemeClr val="bg1"/>
                </a:solidFill>
              </a:rPr>
              <a:t>Technographic triggers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8BA34-459E-9D3C-42C6-7BE60DDC71E3}"/>
              </a:ext>
            </a:extLst>
          </p:cNvPr>
          <p:cNvSpPr txBox="1"/>
          <p:nvPr/>
        </p:nvSpPr>
        <p:spPr>
          <a:xfrm>
            <a:off x="9091613" y="2993572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>
                <a:solidFill>
                  <a:schemeClr val="bg1"/>
                </a:solidFill>
              </a:rPr>
              <a:t>International Expansion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D25F8E-01A3-D00B-1E71-49856DB43DEA}"/>
              </a:ext>
            </a:extLst>
          </p:cNvPr>
          <p:cNvSpPr txBox="1"/>
          <p:nvPr/>
        </p:nvSpPr>
        <p:spPr>
          <a:xfrm>
            <a:off x="842962" y="4200989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</a:rPr>
              <a:t>Earnings Release  4</a:t>
            </a:r>
            <a:endParaRPr lang="en-US">
              <a:solidFill>
                <a:schemeClr val="bg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  <a:cs typeface="Arial"/>
              </a:rPr>
              <a:t>M&amp;A event.            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  <a:cs typeface="Arial"/>
              </a:rPr>
              <a:t>Series C raise.       2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  <a:cs typeface="Arial"/>
              </a:rPr>
              <a:t>Series B raise.       6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F965DC-5F39-C3C0-B1D4-D233B4780676}"/>
              </a:ext>
            </a:extLst>
          </p:cNvPr>
          <p:cNvSpPr txBox="1"/>
          <p:nvPr/>
        </p:nvSpPr>
        <p:spPr>
          <a:xfrm>
            <a:off x="3592511" y="4200989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</a:rPr>
              <a:t>Hiring &gt;10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  <a:cs typeface="Arial"/>
              </a:rPr>
              <a:t>Hiring &gt;5</a:t>
            </a:r>
            <a:br>
              <a:rPr lang="en-US" sz="1600">
                <a:solidFill>
                  <a:schemeClr val="bg1"/>
                </a:solidFill>
                <a:cs typeface="Arial"/>
              </a:rPr>
            </a:br>
            <a:r>
              <a:rPr lang="en-US" sz="1600">
                <a:solidFill>
                  <a:schemeClr val="bg1"/>
                </a:solidFill>
                <a:cs typeface="Arial"/>
              </a:rPr>
              <a:t>Hiring &gt;2</a:t>
            </a:r>
            <a:br>
              <a:rPr lang="en-US" sz="1600">
                <a:solidFill>
                  <a:schemeClr val="bg1"/>
                </a:solidFill>
                <a:cs typeface="Arial"/>
              </a:rPr>
            </a:br>
            <a:r>
              <a:rPr lang="en-US" sz="1600">
                <a:solidFill>
                  <a:schemeClr val="bg1"/>
                </a:solidFill>
                <a:cs typeface="Arial"/>
              </a:rPr>
              <a:t>Hiring in 1 in Sales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420E63-DEF4-CE2B-F5C1-1E97BC2041BB}"/>
              </a:ext>
            </a:extLst>
          </p:cNvPr>
          <p:cNvSpPr txBox="1"/>
          <p:nvPr/>
        </p:nvSpPr>
        <p:spPr>
          <a:xfrm>
            <a:off x="6342062" y="4200989"/>
            <a:ext cx="2257425" cy="12573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>
                <a:solidFill>
                  <a:schemeClr val="bg1"/>
                </a:solidFill>
              </a:rPr>
              <a:t>SFDC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  <a:cs typeface="Arial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  <a:cs typeface="Arial"/>
              </a:rPr>
              <a:t>HubSpot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AA8682-8C81-DBF9-A0B3-94B286814AC8}"/>
              </a:ext>
            </a:extLst>
          </p:cNvPr>
          <p:cNvSpPr txBox="1"/>
          <p:nvPr/>
        </p:nvSpPr>
        <p:spPr>
          <a:xfrm>
            <a:off x="9091613" y="4222453"/>
            <a:ext cx="2257425" cy="163293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</a:rPr>
              <a:t>Great Britain</a:t>
            </a:r>
            <a:br>
              <a:rPr lang="en-US" sz="1600">
                <a:solidFill>
                  <a:schemeClr val="bg1"/>
                </a:solidFill>
                <a:cs typeface="Arial"/>
              </a:rPr>
            </a:br>
            <a:r>
              <a:rPr lang="en-US" sz="1600">
                <a:solidFill>
                  <a:schemeClr val="bg1"/>
                </a:solidFill>
              </a:rPr>
              <a:t>Ireland</a:t>
            </a:r>
            <a:br>
              <a:rPr lang="en-US" sz="1600">
                <a:solidFill>
                  <a:schemeClr val="bg1"/>
                </a:solidFill>
                <a:cs typeface="Arial"/>
              </a:rPr>
            </a:br>
            <a:r>
              <a:rPr lang="en-US" sz="1600">
                <a:solidFill>
                  <a:schemeClr val="bg1"/>
                </a:solidFill>
              </a:rPr>
              <a:t>EUR</a:t>
            </a:r>
            <a:br>
              <a:rPr lang="en-US" sz="1600">
                <a:solidFill>
                  <a:schemeClr val="bg1"/>
                </a:solidFill>
                <a:cs typeface="Arial"/>
              </a:rPr>
            </a:br>
            <a:r>
              <a:rPr lang="en-US" sz="1600">
                <a:solidFill>
                  <a:schemeClr val="bg1"/>
                </a:solidFill>
                <a:cs typeface="Arial"/>
              </a:rPr>
              <a:t>MENA</a:t>
            </a:r>
            <a:br>
              <a:rPr lang="en-US" sz="1600">
                <a:solidFill>
                  <a:schemeClr val="bg1"/>
                </a:solidFill>
                <a:cs typeface="Arial"/>
              </a:rPr>
            </a:br>
            <a:r>
              <a:rPr lang="en-US" sz="1600">
                <a:solidFill>
                  <a:schemeClr val="bg1"/>
                </a:solidFill>
                <a:cs typeface="Arial"/>
              </a:rPr>
              <a:t>APAC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  <a:cs typeface="Arial"/>
              </a:rPr>
              <a:t>LATAM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AC88DE-0745-9099-30A2-40715CCA8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000762"/>
            <a:ext cx="762000" cy="762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84E161-CFC0-7D44-3D6C-FD54178E1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512" y="2000762"/>
            <a:ext cx="762000" cy="762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F3E530-111D-44EE-CC23-CE4F9514D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062" y="2000762"/>
            <a:ext cx="762000" cy="762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C71D10D-073C-2D7E-CB3C-E56CA2741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1613" y="2000762"/>
            <a:ext cx="762000" cy="762000"/>
          </a:xfrm>
          <a:prstGeom prst="rect">
            <a:avLst/>
          </a:prstGeom>
        </p:spPr>
      </p:pic>
      <p:sp>
        <p:nvSpPr>
          <p:cNvPr id="6" name="Google Shape;507;p14">
            <a:extLst>
              <a:ext uri="{FF2B5EF4-FFF2-40B4-BE49-F238E27FC236}">
                <a16:creationId xmlns:a16="http://schemas.microsoft.com/office/drawing/2014/main" id="{551A4B92-523E-7974-1F63-C2811A2A93D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5211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DEE1-0257-BBD3-03CE-7E5957199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61966507-3786-BBB3-148B-7CA0EBC57C5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2A3636C-8896-46DF-A6CB-F818CCA733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C95AE82-C534-FC4B-5A92-E5581024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4" y="1706563"/>
            <a:ext cx="4690125" cy="694944"/>
          </a:xfrm>
        </p:spPr>
        <p:txBody>
          <a:bodyPr vert="horz"/>
          <a:lstStyle/>
          <a:p>
            <a:r>
              <a:rPr lang="en-US" sz="4800"/>
              <a:t>Voice of Customer</a:t>
            </a:r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61D3B7-ACC1-1992-D9C1-2BBCB219E0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6E72759-CC76-16BF-80F5-4CBF033E6237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lIns="91440" tIns="45720" rIns="91440" bIns="4572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>
                <a:solidFill>
                  <a:schemeClr val="bg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21595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072C-8B06-3C37-254C-66BEBB89F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62A27A8-6A96-BB85-2A8E-2EBDCBB5C19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48C7FCE-A32C-20B2-AA1E-A9A43005CD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C5F574-54D9-47F5-3D78-8CC607FA3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Purchase decision quotes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536A9EC-B146-F256-BF87-4491EDE6D3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Google Shape;1234;p262">
            <a:extLst>
              <a:ext uri="{FF2B5EF4-FFF2-40B4-BE49-F238E27FC236}">
                <a16:creationId xmlns:a16="http://schemas.microsoft.com/office/drawing/2014/main" id="{0A763CEF-17CD-E1E6-201E-B338760EC819}"/>
              </a:ext>
            </a:extLst>
          </p:cNvPr>
          <p:cNvSpPr txBox="1"/>
          <p:nvPr/>
        </p:nvSpPr>
        <p:spPr>
          <a:xfrm>
            <a:off x="9234535" y="2196923"/>
            <a:ext cx="158604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dk1"/>
              </a:buClr>
              <a:buSzPts val="800"/>
            </a:pPr>
            <a:r>
              <a:rPr lang="en-US" sz="1000" b="1">
                <a:solidFill>
                  <a:schemeClr val="tx1">
                    <a:lumMod val="65000"/>
                  </a:schemeClr>
                </a:solidFill>
                <a:ea typeface="Helvetica Neue"/>
                <a:cs typeface="Helvetica Neue"/>
                <a:sym typeface="Helvetica Neue"/>
              </a:rPr>
              <a:t>[Insert timeframe]</a:t>
            </a:r>
          </a:p>
        </p:txBody>
      </p:sp>
      <p:sp>
        <p:nvSpPr>
          <p:cNvPr id="27" name="Google Shape;1247;p262">
            <a:extLst>
              <a:ext uri="{FF2B5EF4-FFF2-40B4-BE49-F238E27FC236}">
                <a16:creationId xmlns:a16="http://schemas.microsoft.com/office/drawing/2014/main" id="{4CF97734-C166-D0ED-4E0F-DA51B0EA8FAE}"/>
              </a:ext>
            </a:extLst>
          </p:cNvPr>
          <p:cNvSpPr txBox="1"/>
          <p:nvPr/>
        </p:nvSpPr>
        <p:spPr>
          <a:xfrm>
            <a:off x="9234535" y="2440722"/>
            <a:ext cx="2353819" cy="28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53333" bIns="7600" anchor="ctr" anchorCtr="0">
            <a:spAutoFit/>
          </a:bodyPr>
          <a:lstStyle/>
          <a:p>
            <a:pPr>
              <a:buClr>
                <a:srgbClr val="FDDD04"/>
              </a:buClr>
              <a:buSzPts val="1500"/>
            </a:pPr>
            <a:r>
              <a:rPr lang="en" b="1">
                <a:solidFill>
                  <a:srgbClr val="061F32"/>
                </a:solidFill>
                <a:ea typeface="Helvetica Neue"/>
                <a:cs typeface="Helvetica Neue"/>
                <a:sym typeface="Helvetica Neue"/>
              </a:rPr>
              <a:t>Product 3</a:t>
            </a:r>
            <a:endParaRPr>
              <a:solidFill>
                <a:srgbClr val="061F32"/>
              </a:solidFill>
            </a:endParaRPr>
          </a:p>
        </p:txBody>
      </p:sp>
      <p:cxnSp>
        <p:nvCxnSpPr>
          <p:cNvPr id="58" name="Google Shape;1232;p262">
            <a:extLst>
              <a:ext uri="{FF2B5EF4-FFF2-40B4-BE49-F238E27FC236}">
                <a16:creationId xmlns:a16="http://schemas.microsoft.com/office/drawing/2014/main" id="{1E34A2DB-E452-2F79-327E-AB8C9C2F9A9C}"/>
              </a:ext>
            </a:extLst>
          </p:cNvPr>
          <p:cNvCxnSpPr>
            <a:cxnSpLocks/>
          </p:cNvCxnSpPr>
          <p:nvPr/>
        </p:nvCxnSpPr>
        <p:spPr>
          <a:xfrm>
            <a:off x="9234535" y="2757550"/>
            <a:ext cx="2353819" cy="0"/>
          </a:xfrm>
          <a:prstGeom prst="straightConnector1">
            <a:avLst/>
          </a:prstGeom>
          <a:noFill/>
          <a:ln w="15875" cap="flat" cmpd="sng">
            <a:solidFill>
              <a:schemeClr val="bg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" name="Google Shape;1239;p262">
            <a:extLst>
              <a:ext uri="{FF2B5EF4-FFF2-40B4-BE49-F238E27FC236}">
                <a16:creationId xmlns:a16="http://schemas.microsoft.com/office/drawing/2014/main" id="{C2CBE31E-8EC5-164B-BF7A-1DDD173D2B0E}"/>
              </a:ext>
            </a:extLst>
          </p:cNvPr>
          <p:cNvSpPr txBox="1"/>
          <p:nvPr/>
        </p:nvSpPr>
        <p:spPr>
          <a:xfrm>
            <a:off x="6632527" y="2196923"/>
            <a:ext cx="158604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dk1"/>
              </a:buClr>
              <a:buSzPts val="800"/>
            </a:pPr>
            <a:r>
              <a:rPr lang="en-US" sz="1000" b="1">
                <a:solidFill>
                  <a:schemeClr val="tx1">
                    <a:lumMod val="65000"/>
                  </a:schemeClr>
                </a:solidFill>
                <a:ea typeface="Helvetica Neue"/>
                <a:cs typeface="Helvetica Neue"/>
                <a:sym typeface="Helvetica Neue"/>
              </a:rPr>
              <a:t>[Insert timeframe]</a:t>
            </a:r>
          </a:p>
        </p:txBody>
      </p:sp>
      <p:sp>
        <p:nvSpPr>
          <p:cNvPr id="29" name="Google Shape;1249;p262">
            <a:extLst>
              <a:ext uri="{FF2B5EF4-FFF2-40B4-BE49-F238E27FC236}">
                <a16:creationId xmlns:a16="http://schemas.microsoft.com/office/drawing/2014/main" id="{50EF2B9A-79DD-9908-221B-BBD6BA21CAEB}"/>
              </a:ext>
            </a:extLst>
          </p:cNvPr>
          <p:cNvSpPr txBox="1"/>
          <p:nvPr/>
        </p:nvSpPr>
        <p:spPr>
          <a:xfrm>
            <a:off x="6632527" y="2439725"/>
            <a:ext cx="2353819" cy="287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53333" bIns="7600" anchor="ctr" anchorCtr="0">
            <a:spAutoFit/>
          </a:bodyPr>
          <a:lstStyle/>
          <a:p>
            <a:pPr>
              <a:lnSpc>
                <a:spcPct val="101400"/>
              </a:lnSpc>
              <a:buClr>
                <a:srgbClr val="4BBAFE"/>
              </a:buClr>
              <a:buSzPts val="1500"/>
            </a:pPr>
            <a:r>
              <a:rPr lang="en" b="1">
                <a:solidFill>
                  <a:srgbClr val="061F32"/>
                </a:solidFill>
                <a:ea typeface="Helvetica Neue"/>
                <a:cs typeface="Helvetica Neue"/>
                <a:sym typeface="Helvetica Neue"/>
              </a:rPr>
              <a:t>Product 2</a:t>
            </a:r>
            <a:endParaRPr>
              <a:solidFill>
                <a:srgbClr val="061F32"/>
              </a:solidFill>
            </a:endParaRPr>
          </a:p>
        </p:txBody>
      </p:sp>
      <p:cxnSp>
        <p:nvCxnSpPr>
          <p:cNvPr id="59" name="Google Shape;1235;p262">
            <a:extLst>
              <a:ext uri="{FF2B5EF4-FFF2-40B4-BE49-F238E27FC236}">
                <a16:creationId xmlns:a16="http://schemas.microsoft.com/office/drawing/2014/main" id="{AB9F85F7-1FF3-5F8D-3887-90A23BA3BF87}"/>
              </a:ext>
            </a:extLst>
          </p:cNvPr>
          <p:cNvCxnSpPr>
            <a:cxnSpLocks/>
          </p:cNvCxnSpPr>
          <p:nvPr/>
        </p:nvCxnSpPr>
        <p:spPr>
          <a:xfrm>
            <a:off x="6632527" y="2759311"/>
            <a:ext cx="2353819" cy="0"/>
          </a:xfrm>
          <a:prstGeom prst="straightConnector1">
            <a:avLst/>
          </a:prstGeom>
          <a:noFill/>
          <a:ln w="15875" cap="flat" cmpd="sng">
            <a:solidFill>
              <a:schemeClr val="bg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" name="Google Shape;1238;p262">
            <a:extLst>
              <a:ext uri="{FF2B5EF4-FFF2-40B4-BE49-F238E27FC236}">
                <a16:creationId xmlns:a16="http://schemas.microsoft.com/office/drawing/2014/main" id="{44156F0A-0C62-8CC9-EDA0-EE2CB31CF649}"/>
              </a:ext>
            </a:extLst>
          </p:cNvPr>
          <p:cNvSpPr txBox="1"/>
          <p:nvPr/>
        </p:nvSpPr>
        <p:spPr>
          <a:xfrm>
            <a:off x="4030519" y="2196923"/>
            <a:ext cx="158604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dk1"/>
              </a:buClr>
              <a:buSzPts val="800"/>
            </a:pPr>
            <a:r>
              <a:rPr lang="en-US" sz="1000" b="1">
                <a:solidFill>
                  <a:schemeClr val="tx1">
                    <a:lumMod val="65000"/>
                  </a:schemeClr>
                </a:solidFill>
                <a:ea typeface="Helvetica Neue"/>
                <a:cs typeface="Helvetica Neue"/>
                <a:sym typeface="Helvetica Neue"/>
              </a:rPr>
              <a:t>[Insert timeframe]</a:t>
            </a:r>
          </a:p>
        </p:txBody>
      </p:sp>
      <p:sp>
        <p:nvSpPr>
          <p:cNvPr id="28" name="Google Shape;1248;p262">
            <a:extLst>
              <a:ext uri="{FF2B5EF4-FFF2-40B4-BE49-F238E27FC236}">
                <a16:creationId xmlns:a16="http://schemas.microsoft.com/office/drawing/2014/main" id="{3E2B2456-1CB5-228A-24D2-F4350C06D1BA}"/>
              </a:ext>
            </a:extLst>
          </p:cNvPr>
          <p:cNvSpPr txBox="1"/>
          <p:nvPr/>
        </p:nvSpPr>
        <p:spPr>
          <a:xfrm>
            <a:off x="4030519" y="2459537"/>
            <a:ext cx="2353819" cy="27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01400"/>
              </a:lnSpc>
              <a:buClr>
                <a:srgbClr val="23DD84"/>
              </a:buClr>
              <a:buSzPts val="1500"/>
            </a:pPr>
            <a:r>
              <a:rPr lang="en" b="1">
                <a:solidFill>
                  <a:srgbClr val="061F32"/>
                </a:solidFill>
                <a:ea typeface="Helvetica Neue"/>
                <a:cs typeface="Helvetica Neue"/>
                <a:sym typeface="Helvetica Neue"/>
              </a:rPr>
              <a:t>Product 1</a:t>
            </a:r>
            <a:endParaRPr>
              <a:solidFill>
                <a:srgbClr val="061F32"/>
              </a:solidFill>
            </a:endParaRPr>
          </a:p>
        </p:txBody>
      </p:sp>
      <p:cxnSp>
        <p:nvCxnSpPr>
          <p:cNvPr id="60" name="Google Shape;1252;p262">
            <a:extLst>
              <a:ext uri="{FF2B5EF4-FFF2-40B4-BE49-F238E27FC236}">
                <a16:creationId xmlns:a16="http://schemas.microsoft.com/office/drawing/2014/main" id="{031A229A-02A7-4208-0247-179A35FD1FE7}"/>
              </a:ext>
            </a:extLst>
          </p:cNvPr>
          <p:cNvCxnSpPr>
            <a:cxnSpLocks/>
          </p:cNvCxnSpPr>
          <p:nvPr/>
        </p:nvCxnSpPr>
        <p:spPr>
          <a:xfrm>
            <a:off x="4030519" y="2771449"/>
            <a:ext cx="2353819" cy="0"/>
          </a:xfrm>
          <a:prstGeom prst="straightConnector1">
            <a:avLst/>
          </a:prstGeom>
          <a:noFill/>
          <a:ln w="15875" cap="flat" cmpd="sng">
            <a:solidFill>
              <a:schemeClr val="bg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" name="Google Shape;1241;p262">
            <a:extLst>
              <a:ext uri="{FF2B5EF4-FFF2-40B4-BE49-F238E27FC236}">
                <a16:creationId xmlns:a16="http://schemas.microsoft.com/office/drawing/2014/main" id="{4F3F9297-CB24-A60A-57BD-3A15D2F4E51F}"/>
              </a:ext>
            </a:extLst>
          </p:cNvPr>
          <p:cNvSpPr txBox="1"/>
          <p:nvPr/>
        </p:nvSpPr>
        <p:spPr>
          <a:xfrm>
            <a:off x="1428511" y="2196923"/>
            <a:ext cx="158604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dk1"/>
              </a:buClr>
              <a:buSzPts val="800"/>
            </a:pPr>
            <a:r>
              <a:rPr lang="en-US" sz="1000" b="1">
                <a:solidFill>
                  <a:schemeClr val="tx1">
                    <a:lumMod val="65000"/>
                  </a:schemeClr>
                </a:solidFill>
                <a:ea typeface="Helvetica Neue"/>
                <a:cs typeface="Helvetica Neue"/>
                <a:sym typeface="Helvetica Neue"/>
              </a:rPr>
              <a:t>[Insert timeframe]</a:t>
            </a:r>
          </a:p>
        </p:txBody>
      </p:sp>
      <p:sp>
        <p:nvSpPr>
          <p:cNvPr id="30" name="Google Shape;1250;p262">
            <a:extLst>
              <a:ext uri="{FF2B5EF4-FFF2-40B4-BE49-F238E27FC236}">
                <a16:creationId xmlns:a16="http://schemas.microsoft.com/office/drawing/2014/main" id="{F8B8EA93-C6F7-71D9-9482-023B93996C9D}"/>
              </a:ext>
            </a:extLst>
          </p:cNvPr>
          <p:cNvSpPr txBox="1"/>
          <p:nvPr/>
        </p:nvSpPr>
        <p:spPr>
          <a:xfrm>
            <a:off x="1428511" y="2466493"/>
            <a:ext cx="2353819" cy="27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01400"/>
              </a:lnSpc>
              <a:buClr>
                <a:srgbClr val="23DD84"/>
              </a:buClr>
              <a:buSzPts val="1500"/>
            </a:pPr>
            <a:r>
              <a:rPr lang="en" b="1">
                <a:solidFill>
                  <a:srgbClr val="061F32"/>
                </a:solidFill>
                <a:ea typeface="Helvetica Neue"/>
                <a:cs typeface="Helvetica Neue"/>
                <a:sym typeface="Helvetica Neue"/>
              </a:rPr>
              <a:t>Subscription</a:t>
            </a:r>
            <a:endParaRPr>
              <a:solidFill>
                <a:srgbClr val="061F32"/>
              </a:solidFill>
            </a:endParaRPr>
          </a:p>
        </p:txBody>
      </p:sp>
      <p:cxnSp>
        <p:nvCxnSpPr>
          <p:cNvPr id="61" name="Google Shape;1253;p262">
            <a:extLst>
              <a:ext uri="{FF2B5EF4-FFF2-40B4-BE49-F238E27FC236}">
                <a16:creationId xmlns:a16="http://schemas.microsoft.com/office/drawing/2014/main" id="{DF59AFCC-5C6D-0AB3-3474-1441531223B1}"/>
              </a:ext>
            </a:extLst>
          </p:cNvPr>
          <p:cNvCxnSpPr>
            <a:cxnSpLocks/>
          </p:cNvCxnSpPr>
          <p:nvPr/>
        </p:nvCxnSpPr>
        <p:spPr>
          <a:xfrm>
            <a:off x="1428511" y="2778405"/>
            <a:ext cx="2353819" cy="0"/>
          </a:xfrm>
          <a:prstGeom prst="straightConnector1">
            <a:avLst/>
          </a:prstGeom>
          <a:noFill/>
          <a:ln w="15875" cap="flat" cmpd="sng">
            <a:solidFill>
              <a:schemeClr val="bg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" name="Google Shape;1285;p263">
            <a:extLst>
              <a:ext uri="{FF2B5EF4-FFF2-40B4-BE49-F238E27FC236}">
                <a16:creationId xmlns:a16="http://schemas.microsoft.com/office/drawing/2014/main" id="{10E883C8-28A3-0B94-140C-EC1563A4759B}"/>
              </a:ext>
            </a:extLst>
          </p:cNvPr>
          <p:cNvCxnSpPr/>
          <p:nvPr/>
        </p:nvCxnSpPr>
        <p:spPr>
          <a:xfrm>
            <a:off x="533767" y="3947353"/>
            <a:ext cx="1103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3" name="Google Shape;1286;p263">
            <a:extLst>
              <a:ext uri="{FF2B5EF4-FFF2-40B4-BE49-F238E27FC236}">
                <a16:creationId xmlns:a16="http://schemas.microsoft.com/office/drawing/2014/main" id="{0DEE6C49-20FC-4B75-AB5B-57AFEF916346}"/>
              </a:ext>
            </a:extLst>
          </p:cNvPr>
          <p:cNvCxnSpPr/>
          <p:nvPr/>
        </p:nvCxnSpPr>
        <p:spPr>
          <a:xfrm>
            <a:off x="533767" y="5216626"/>
            <a:ext cx="1103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4" name="Google Shape;1287;p263">
            <a:extLst>
              <a:ext uri="{FF2B5EF4-FFF2-40B4-BE49-F238E27FC236}">
                <a16:creationId xmlns:a16="http://schemas.microsoft.com/office/drawing/2014/main" id="{5F6C60D1-F917-00F3-31DC-21506064E41B}"/>
              </a:ext>
            </a:extLst>
          </p:cNvPr>
          <p:cNvSpPr txBox="1"/>
          <p:nvPr/>
        </p:nvSpPr>
        <p:spPr>
          <a:xfrm>
            <a:off x="571867" y="2858355"/>
            <a:ext cx="712546" cy="80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28683" rIns="19050" bIns="19050" anchor="ctr" anchorCtr="0">
            <a:noAutofit/>
          </a:bodyPr>
          <a:lstStyle/>
          <a:p>
            <a:pPr>
              <a:lnSpc>
                <a:spcPct val="110000"/>
              </a:lnSpc>
              <a:buClr>
                <a:schemeClr val="dk1"/>
              </a:buClr>
              <a:buSzPts val="1100"/>
            </a:pPr>
            <a:r>
              <a:rPr lang="en-US" sz="12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Mkt. A</a:t>
            </a:r>
          </a:p>
        </p:txBody>
      </p:sp>
      <p:sp>
        <p:nvSpPr>
          <p:cNvPr id="67" name="Google Shape;1290;p263">
            <a:extLst>
              <a:ext uri="{FF2B5EF4-FFF2-40B4-BE49-F238E27FC236}">
                <a16:creationId xmlns:a16="http://schemas.microsoft.com/office/drawing/2014/main" id="{D1530122-9AEA-783D-01DD-6CC3EB1EFEEF}"/>
              </a:ext>
            </a:extLst>
          </p:cNvPr>
          <p:cNvSpPr txBox="1"/>
          <p:nvPr/>
        </p:nvSpPr>
        <p:spPr>
          <a:xfrm>
            <a:off x="1418485" y="2866436"/>
            <a:ext cx="2434849" cy="86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33" rIns="0" bIns="0" anchor="t" anchorCtr="0">
            <a:spAutoFit/>
          </a:bodyPr>
          <a:lstStyle/>
          <a:p>
            <a:pPr>
              <a:spcAft>
                <a:spcPts val="300"/>
              </a:spcAft>
              <a:buClr>
                <a:srgbClr val="000000"/>
              </a:buClr>
              <a:buSzPts val="1100"/>
            </a:pPr>
            <a:r>
              <a:rPr lang="en-US" sz="1200">
                <a:solidFill>
                  <a:srgbClr val="187AA8"/>
                </a:solidFill>
                <a:ea typeface="Helvetica Neue"/>
                <a:cs typeface="Helvetica Neue"/>
                <a:sym typeface="Helvetica Neue"/>
              </a:rPr>
              <a:t>insert "why a customer purchased"</a:t>
            </a:r>
            <a:endParaRPr lang="en-US" sz="1200">
              <a:solidFill>
                <a:srgbClr val="187AA8"/>
              </a:solidFill>
              <a:ea typeface="Helvetica Neue"/>
              <a:cs typeface="Helvetica Neue"/>
            </a:endParaRPr>
          </a:p>
          <a:p>
            <a:pPr>
              <a:spcAft>
                <a:spcPts val="300"/>
              </a:spcAft>
              <a:buSzPts val="1100"/>
            </a:pPr>
            <a:endParaRPr lang="en-US" sz="1200">
              <a:solidFill>
                <a:srgbClr val="187AA8"/>
              </a:solidFill>
              <a:ea typeface="Helvetica Neue"/>
              <a:cs typeface="Helvetica Neue"/>
              <a:sym typeface="Helvetica Neue"/>
            </a:endParaRPr>
          </a:p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  <a:sym typeface="Helvetica Neue"/>
              </a:rPr>
              <a:t>insert "why a customer did NOT purchase"</a:t>
            </a:r>
            <a:endParaRPr lang="en-US" sz="1200">
              <a:solidFill>
                <a:srgbClr val="187AA8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1293;p263">
            <a:extLst>
              <a:ext uri="{FF2B5EF4-FFF2-40B4-BE49-F238E27FC236}">
                <a16:creationId xmlns:a16="http://schemas.microsoft.com/office/drawing/2014/main" id="{26538608-2064-09E0-7B8C-4D55ED644BC0}"/>
              </a:ext>
            </a:extLst>
          </p:cNvPr>
          <p:cNvSpPr txBox="1"/>
          <p:nvPr/>
        </p:nvSpPr>
        <p:spPr>
          <a:xfrm>
            <a:off x="4030519" y="2876462"/>
            <a:ext cx="2339600" cy="86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33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  <a:sym typeface="Helvetica Neue"/>
              </a:rPr>
              <a:t>insert "why a customer purchased"</a:t>
            </a:r>
            <a:endParaRPr lang="en-US" sz="1200">
              <a:solidFill>
                <a:srgbClr val="187AA8"/>
              </a:solidFill>
              <a:cs typeface="Arial"/>
            </a:endParaRPr>
          </a:p>
          <a:p>
            <a:pPr>
              <a:spcAft>
                <a:spcPts val="300"/>
              </a:spcAft>
            </a:pPr>
            <a:endParaRPr lang="en-US" sz="1200">
              <a:solidFill>
                <a:srgbClr val="187AA8"/>
              </a:solidFill>
              <a:cs typeface="Arial"/>
            </a:endParaRPr>
          </a:p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  <a:sym typeface="Helvetica Neue"/>
              </a:rPr>
              <a:t>insert "why a customer did NOT purchase"</a:t>
            </a:r>
            <a:endParaRPr lang="en-US">
              <a:solidFill>
                <a:srgbClr val="187AA8"/>
              </a:solidFill>
            </a:endParaRPr>
          </a:p>
        </p:txBody>
      </p:sp>
      <p:sp>
        <p:nvSpPr>
          <p:cNvPr id="73" name="Google Shape;1296;p263">
            <a:extLst>
              <a:ext uri="{FF2B5EF4-FFF2-40B4-BE49-F238E27FC236}">
                <a16:creationId xmlns:a16="http://schemas.microsoft.com/office/drawing/2014/main" id="{8F87B66E-6B90-73E4-2324-6E9F96C4DBEE}"/>
              </a:ext>
            </a:extLst>
          </p:cNvPr>
          <p:cNvSpPr txBox="1"/>
          <p:nvPr/>
        </p:nvSpPr>
        <p:spPr>
          <a:xfrm>
            <a:off x="6632527" y="2876461"/>
            <a:ext cx="2339600" cy="86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33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</a:rPr>
              <a:t>insert "why a customer purchased"</a:t>
            </a:r>
          </a:p>
          <a:p>
            <a:pPr>
              <a:spcAft>
                <a:spcPts val="300"/>
              </a:spcAft>
            </a:pPr>
            <a:endParaRPr lang="en-US" sz="1200">
              <a:solidFill>
                <a:srgbClr val="187AA8"/>
              </a:solidFill>
              <a:cs typeface="Arial"/>
            </a:endParaRPr>
          </a:p>
          <a:p>
            <a:pPr>
              <a:spcAft>
                <a:spcPts val="300"/>
              </a:spcAft>
            </a:pPr>
            <a:r>
              <a:rPr lang="en-US" sz="1200" b="1">
                <a:solidFill>
                  <a:schemeClr val="tx2"/>
                </a:solidFill>
                <a:cs typeface="Arial"/>
              </a:rPr>
              <a:t>insert "why a customer did NOT purchase"</a:t>
            </a:r>
            <a:endParaRPr lang="en-US" b="1">
              <a:solidFill>
                <a:schemeClr val="tx2"/>
              </a:solidFill>
              <a:cs typeface="Arial"/>
            </a:endParaRPr>
          </a:p>
        </p:txBody>
      </p:sp>
      <p:sp>
        <p:nvSpPr>
          <p:cNvPr id="76" name="Google Shape;1299;p263">
            <a:extLst>
              <a:ext uri="{FF2B5EF4-FFF2-40B4-BE49-F238E27FC236}">
                <a16:creationId xmlns:a16="http://schemas.microsoft.com/office/drawing/2014/main" id="{648E9231-3D81-B4E4-0BC5-E0134E91E566}"/>
              </a:ext>
            </a:extLst>
          </p:cNvPr>
          <p:cNvSpPr txBox="1"/>
          <p:nvPr/>
        </p:nvSpPr>
        <p:spPr>
          <a:xfrm>
            <a:off x="9243741" y="2871448"/>
            <a:ext cx="2409784" cy="86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33" rIns="0" bIns="0" anchor="t" anchorCtr="0">
            <a:spAutoFit/>
          </a:bodyPr>
          <a:lstStyle/>
          <a:p>
            <a:pPr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n-US" sz="1200">
                <a:solidFill>
                  <a:srgbClr val="187AA8"/>
                </a:solidFill>
                <a:ea typeface="Helvetica Neue"/>
                <a:cs typeface="Arial"/>
                <a:sym typeface="Helvetica Neue"/>
              </a:rPr>
              <a:t>Insert "why a customer purchased"</a:t>
            </a:r>
            <a:endParaRPr lang="en-US" sz="1200">
              <a:solidFill>
                <a:srgbClr val="187AA8"/>
              </a:solidFill>
              <a:ea typeface="Helvetica Neue"/>
              <a:cs typeface="Arial"/>
            </a:endParaRPr>
          </a:p>
          <a:p>
            <a:pPr>
              <a:spcAft>
                <a:spcPts val="300"/>
              </a:spcAft>
              <a:buSzPts val="1100"/>
            </a:pPr>
            <a:endParaRPr lang="en-US" sz="1200">
              <a:solidFill>
                <a:srgbClr val="187AA8"/>
              </a:solidFill>
              <a:ea typeface="Helvetica Neue"/>
              <a:cs typeface="Arial"/>
            </a:endParaRPr>
          </a:p>
          <a:p>
            <a:pPr>
              <a:spcAft>
                <a:spcPts val="300"/>
              </a:spcAft>
              <a:buSzPts val="1100"/>
            </a:pPr>
            <a:r>
              <a:rPr lang="en-US" sz="1200">
                <a:solidFill>
                  <a:srgbClr val="187AA8"/>
                </a:solidFill>
                <a:cs typeface="Arial"/>
                <a:sym typeface="Helvetica Neue"/>
              </a:rPr>
              <a:t>insert "why a customer did NOT purchase"</a:t>
            </a:r>
            <a:endParaRPr lang="en-US">
              <a:solidFill>
                <a:srgbClr val="187AA8"/>
              </a:solidFill>
            </a:endParaRPr>
          </a:p>
        </p:txBody>
      </p:sp>
      <p:sp>
        <p:nvSpPr>
          <p:cNvPr id="65" name="Google Shape;1288;p263">
            <a:extLst>
              <a:ext uri="{FF2B5EF4-FFF2-40B4-BE49-F238E27FC236}">
                <a16:creationId xmlns:a16="http://schemas.microsoft.com/office/drawing/2014/main" id="{64EECE76-B9BA-35BA-BBAE-2F5603A1A466}"/>
              </a:ext>
            </a:extLst>
          </p:cNvPr>
          <p:cNvSpPr txBox="1"/>
          <p:nvPr/>
        </p:nvSpPr>
        <p:spPr>
          <a:xfrm>
            <a:off x="571867" y="4154352"/>
            <a:ext cx="712546" cy="80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28683" rIns="19050" bIns="19050" anchor="ctr" anchorCtr="0">
            <a:noAutofit/>
          </a:bodyPr>
          <a:lstStyle/>
          <a:p>
            <a:pPr>
              <a:lnSpc>
                <a:spcPct val="110000"/>
              </a:lnSpc>
              <a:buClr>
                <a:schemeClr val="dk1"/>
              </a:buClr>
              <a:buSzPts val="1100"/>
            </a:pPr>
            <a:r>
              <a:rPr lang="en" sz="12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Mkt. B</a:t>
            </a:r>
            <a:endParaRPr sz="12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1291;p263">
            <a:extLst>
              <a:ext uri="{FF2B5EF4-FFF2-40B4-BE49-F238E27FC236}">
                <a16:creationId xmlns:a16="http://schemas.microsoft.com/office/drawing/2014/main" id="{32E4D9D9-ED6D-BA6F-278A-5F2477B17B1C}"/>
              </a:ext>
            </a:extLst>
          </p:cNvPr>
          <p:cNvSpPr txBox="1"/>
          <p:nvPr/>
        </p:nvSpPr>
        <p:spPr>
          <a:xfrm>
            <a:off x="1413471" y="4074142"/>
            <a:ext cx="2429837" cy="87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33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ea typeface="Helvetica Neue"/>
                <a:cs typeface="Arial"/>
                <a:sym typeface="Helvetica Neue"/>
              </a:rPr>
              <a:t>insert "why a customer purchased"</a:t>
            </a:r>
            <a:endParaRPr lang="en-US" sz="1200">
              <a:solidFill>
                <a:srgbClr val="187AA8"/>
              </a:solidFill>
              <a:ea typeface="Helvetica Neue"/>
              <a:cs typeface="Arial"/>
            </a:endParaRPr>
          </a:p>
          <a:p>
            <a:pPr>
              <a:spcAft>
                <a:spcPts val="300"/>
              </a:spcAft>
            </a:pPr>
            <a:endParaRPr lang="en-US" sz="1200">
              <a:solidFill>
                <a:srgbClr val="187AA8"/>
              </a:solidFill>
              <a:cs typeface="Arial"/>
            </a:endParaRPr>
          </a:p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  <a:sym typeface="Helvetica Neue"/>
              </a:rPr>
              <a:t>insert "why a customer did NOT purchase"</a:t>
            </a:r>
            <a:endParaRPr lang="en-US">
              <a:solidFill>
                <a:srgbClr val="187AA8"/>
              </a:solidFill>
              <a:cs typeface="Arial" panose="020B0604020202020204"/>
            </a:endParaRPr>
          </a:p>
        </p:txBody>
      </p:sp>
      <p:sp>
        <p:nvSpPr>
          <p:cNvPr id="71" name="Google Shape;1294;p263">
            <a:extLst>
              <a:ext uri="{FF2B5EF4-FFF2-40B4-BE49-F238E27FC236}">
                <a16:creationId xmlns:a16="http://schemas.microsoft.com/office/drawing/2014/main" id="{43AD7CD1-F5A2-A720-96A8-940327E5EB94}"/>
              </a:ext>
            </a:extLst>
          </p:cNvPr>
          <p:cNvSpPr txBox="1"/>
          <p:nvPr/>
        </p:nvSpPr>
        <p:spPr>
          <a:xfrm>
            <a:off x="4010466" y="4074142"/>
            <a:ext cx="2339600" cy="86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33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</a:rPr>
              <a:t>insert "why a customer purchased"</a:t>
            </a:r>
          </a:p>
          <a:p>
            <a:pPr>
              <a:spcAft>
                <a:spcPts val="300"/>
              </a:spcAft>
            </a:pPr>
            <a:endParaRPr lang="en-US" sz="1200">
              <a:solidFill>
                <a:srgbClr val="187AA8"/>
              </a:solidFill>
              <a:cs typeface="Arial"/>
            </a:endParaRPr>
          </a:p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</a:rPr>
              <a:t>insert "why a customer did NOT purchase"</a:t>
            </a:r>
            <a:endParaRPr lang="en-US">
              <a:solidFill>
                <a:srgbClr val="187AA8"/>
              </a:solidFill>
            </a:endParaRPr>
          </a:p>
        </p:txBody>
      </p:sp>
      <p:sp>
        <p:nvSpPr>
          <p:cNvPr id="74" name="Google Shape;1297;p263">
            <a:extLst>
              <a:ext uri="{FF2B5EF4-FFF2-40B4-BE49-F238E27FC236}">
                <a16:creationId xmlns:a16="http://schemas.microsoft.com/office/drawing/2014/main" id="{C2CE5AEE-C7CA-53FD-BCF5-BF9C45BA3C73}"/>
              </a:ext>
            </a:extLst>
          </p:cNvPr>
          <p:cNvSpPr txBox="1"/>
          <p:nvPr/>
        </p:nvSpPr>
        <p:spPr>
          <a:xfrm>
            <a:off x="6612474" y="4074142"/>
            <a:ext cx="2339600" cy="86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33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ea typeface="Helvetica Neue"/>
                <a:cs typeface="Arial"/>
                <a:sym typeface="Helvetica Neue"/>
              </a:rPr>
              <a:t>insert "why a customer purchased"</a:t>
            </a:r>
          </a:p>
          <a:p>
            <a:pPr>
              <a:spcAft>
                <a:spcPts val="300"/>
              </a:spcAft>
            </a:pPr>
            <a:endParaRPr lang="en-US" sz="1200">
              <a:solidFill>
                <a:srgbClr val="187AA8"/>
              </a:solidFill>
              <a:ea typeface="Helvetica Neue"/>
              <a:cs typeface="Arial"/>
            </a:endParaRPr>
          </a:p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  <a:sym typeface="Helvetica Neue"/>
              </a:rPr>
              <a:t>insert "why a customer did NOT purchase"</a:t>
            </a:r>
            <a:endParaRPr lang="en-US">
              <a:solidFill>
                <a:srgbClr val="187AA8"/>
              </a:solidFill>
            </a:endParaRPr>
          </a:p>
        </p:txBody>
      </p:sp>
      <p:sp>
        <p:nvSpPr>
          <p:cNvPr id="77" name="Google Shape;1300;p263">
            <a:extLst>
              <a:ext uri="{FF2B5EF4-FFF2-40B4-BE49-F238E27FC236}">
                <a16:creationId xmlns:a16="http://schemas.microsoft.com/office/drawing/2014/main" id="{A77D1EA0-E1C3-A470-9945-FBED142A8504}"/>
              </a:ext>
            </a:extLst>
          </p:cNvPr>
          <p:cNvSpPr txBox="1"/>
          <p:nvPr/>
        </p:nvSpPr>
        <p:spPr>
          <a:xfrm>
            <a:off x="9233714" y="4074142"/>
            <a:ext cx="2404771" cy="104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33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b="1">
                <a:solidFill>
                  <a:schemeClr val="bg2"/>
                </a:solidFill>
                <a:ea typeface="Helvetica Neue"/>
                <a:cs typeface="Arial"/>
                <a:sym typeface="Helvetica Neue"/>
              </a:rPr>
              <a:t>insert "why a customer purchased"</a:t>
            </a:r>
            <a:endParaRPr lang="en-US" sz="1200" b="1">
              <a:solidFill>
                <a:schemeClr val="bg2"/>
              </a:solidFill>
              <a:ea typeface="Helvetica Neue"/>
              <a:cs typeface="Arial"/>
            </a:endParaRPr>
          </a:p>
          <a:p>
            <a:pPr>
              <a:spcAft>
                <a:spcPts val="300"/>
              </a:spcAft>
            </a:pPr>
            <a:endParaRPr lang="en-US" sz="1200">
              <a:solidFill>
                <a:srgbClr val="187AA8"/>
              </a:solidFill>
              <a:ea typeface="Helvetica Neue"/>
              <a:cs typeface="Arial"/>
            </a:endParaRPr>
          </a:p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  <a:sym typeface="Helvetica Neue"/>
              </a:rPr>
              <a:t>insert "why a customer did NOT purchase"</a:t>
            </a:r>
            <a:endParaRPr lang="en-US">
              <a:solidFill>
                <a:srgbClr val="187AA8"/>
              </a:solidFill>
            </a:endParaRPr>
          </a:p>
        </p:txBody>
      </p:sp>
      <p:sp>
        <p:nvSpPr>
          <p:cNvPr id="66" name="Google Shape;1289;p263">
            <a:extLst>
              <a:ext uri="{FF2B5EF4-FFF2-40B4-BE49-F238E27FC236}">
                <a16:creationId xmlns:a16="http://schemas.microsoft.com/office/drawing/2014/main" id="{C76798DD-EAD7-3A59-FC5F-987C2A0566CB}"/>
              </a:ext>
            </a:extLst>
          </p:cNvPr>
          <p:cNvSpPr txBox="1"/>
          <p:nvPr/>
        </p:nvSpPr>
        <p:spPr>
          <a:xfrm>
            <a:off x="571867" y="5313333"/>
            <a:ext cx="712546" cy="80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28683" rIns="19050" bIns="19050" anchor="ctr" anchorCtr="0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ts val="1100"/>
            </a:pPr>
            <a:r>
              <a:rPr lang="en" sz="12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Mkt. C</a:t>
            </a:r>
            <a:endParaRPr sz="12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1292;p263">
            <a:extLst>
              <a:ext uri="{FF2B5EF4-FFF2-40B4-BE49-F238E27FC236}">
                <a16:creationId xmlns:a16="http://schemas.microsoft.com/office/drawing/2014/main" id="{3ADC72F8-4E47-E108-A26C-663B5A0DBB7E}"/>
              </a:ext>
            </a:extLst>
          </p:cNvPr>
          <p:cNvSpPr txBox="1"/>
          <p:nvPr/>
        </p:nvSpPr>
        <p:spPr>
          <a:xfrm>
            <a:off x="1423498" y="5313334"/>
            <a:ext cx="2434849" cy="104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33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b="1">
                <a:solidFill>
                  <a:schemeClr val="bg2"/>
                </a:solidFill>
                <a:ea typeface="Helvetica Neue"/>
                <a:cs typeface="Arial"/>
                <a:sym typeface="Helvetica Neue"/>
              </a:rPr>
              <a:t>insert "why a customer purchased"</a:t>
            </a:r>
            <a:endParaRPr lang="en-US" sz="1200" b="1">
              <a:solidFill>
                <a:schemeClr val="bg2"/>
              </a:solidFill>
              <a:ea typeface="Helvetica Neue"/>
              <a:cs typeface="Arial"/>
            </a:endParaRPr>
          </a:p>
          <a:p>
            <a:pPr>
              <a:spcAft>
                <a:spcPts val="300"/>
              </a:spcAft>
            </a:pPr>
            <a:endParaRPr lang="en-US" sz="1200">
              <a:solidFill>
                <a:srgbClr val="187AA8"/>
              </a:solidFill>
              <a:ea typeface="Helvetica Neue"/>
              <a:cs typeface="Arial"/>
            </a:endParaRPr>
          </a:p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  <a:sym typeface="Helvetica Neue"/>
              </a:rPr>
              <a:t>insert "why a customer did NOT purchase"</a:t>
            </a:r>
            <a:endParaRPr lang="en-US">
              <a:solidFill>
                <a:srgbClr val="187AA8"/>
              </a:solidFill>
            </a:endParaRPr>
          </a:p>
        </p:txBody>
      </p:sp>
      <p:sp>
        <p:nvSpPr>
          <p:cNvPr id="72" name="Google Shape;1295;p263">
            <a:extLst>
              <a:ext uri="{FF2B5EF4-FFF2-40B4-BE49-F238E27FC236}">
                <a16:creationId xmlns:a16="http://schemas.microsoft.com/office/drawing/2014/main" id="{E94B4C78-3195-CC25-ECE1-35866A96C491}"/>
              </a:ext>
            </a:extLst>
          </p:cNvPr>
          <p:cNvSpPr txBox="1"/>
          <p:nvPr/>
        </p:nvSpPr>
        <p:spPr>
          <a:xfrm>
            <a:off x="4030519" y="5313334"/>
            <a:ext cx="2339600" cy="104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33" rIns="0" bIns="0" anchor="t" anchorCtr="0">
            <a:spAutoFit/>
          </a:bodyPr>
          <a:lstStyle/>
          <a:p>
            <a:pPr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n-US" sz="1200">
                <a:solidFill>
                  <a:srgbClr val="187AA8"/>
                </a:solidFill>
                <a:ea typeface="Helvetica Neue"/>
                <a:cs typeface="Helvetica Neue"/>
                <a:sym typeface="Helvetica Neue"/>
              </a:rPr>
              <a:t>[</a:t>
            </a:r>
            <a:r>
              <a:rPr lang="en-US" sz="1200" err="1">
                <a:solidFill>
                  <a:srgbClr val="187AA8"/>
                </a:solidFill>
                <a:ea typeface="Helvetica Neue"/>
                <a:cs typeface="Helvetica Neue"/>
                <a:sym typeface="Helvetica Neue"/>
              </a:rPr>
              <a:t>I</a:t>
            </a:r>
            <a:r>
              <a:rPr lang="en-US" sz="1200" err="1">
                <a:solidFill>
                  <a:srgbClr val="187AA8"/>
                </a:solidFill>
                <a:ea typeface="Helvetica Neue"/>
                <a:cs typeface="Arial"/>
                <a:sym typeface="Helvetica Neue"/>
              </a:rPr>
              <a:t>insert</a:t>
            </a:r>
            <a:r>
              <a:rPr lang="en-US" sz="1200">
                <a:solidFill>
                  <a:srgbClr val="187AA8"/>
                </a:solidFill>
                <a:ea typeface="Helvetica Neue"/>
                <a:cs typeface="Arial"/>
                <a:sym typeface="Helvetica Neue"/>
              </a:rPr>
              <a:t> "why a customer purchased"</a:t>
            </a:r>
          </a:p>
          <a:p>
            <a:pPr>
              <a:spcAft>
                <a:spcPts val="300"/>
              </a:spcAft>
              <a:buSzPts val="1100"/>
            </a:pPr>
            <a:endParaRPr lang="en-US" sz="1200">
              <a:solidFill>
                <a:srgbClr val="187AA8"/>
              </a:solidFill>
              <a:ea typeface="Helvetica Neue"/>
              <a:cs typeface="Arial"/>
            </a:endParaRPr>
          </a:p>
          <a:p>
            <a:pPr>
              <a:spcAft>
                <a:spcPts val="300"/>
              </a:spcAft>
              <a:buSzPts val="1100"/>
            </a:pPr>
            <a:r>
              <a:rPr lang="en-US" sz="1200">
                <a:solidFill>
                  <a:srgbClr val="187AA8"/>
                </a:solidFill>
                <a:cs typeface="Arial"/>
                <a:sym typeface="Helvetica Neue"/>
              </a:rPr>
              <a:t>insert "why a customer did NOT purchase"</a:t>
            </a:r>
            <a:endParaRPr lang="en-US">
              <a:solidFill>
                <a:srgbClr val="187AA8"/>
              </a:solidFill>
            </a:endParaRPr>
          </a:p>
        </p:txBody>
      </p:sp>
      <p:sp>
        <p:nvSpPr>
          <p:cNvPr id="75" name="Google Shape;1298;p263">
            <a:extLst>
              <a:ext uri="{FF2B5EF4-FFF2-40B4-BE49-F238E27FC236}">
                <a16:creationId xmlns:a16="http://schemas.microsoft.com/office/drawing/2014/main" id="{633820B1-9DF8-28EA-FF14-FF58D2DE67D5}"/>
              </a:ext>
            </a:extLst>
          </p:cNvPr>
          <p:cNvSpPr txBox="1"/>
          <p:nvPr/>
        </p:nvSpPr>
        <p:spPr>
          <a:xfrm>
            <a:off x="6632527" y="5313334"/>
            <a:ext cx="2339600" cy="86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33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</a:rPr>
              <a:t>insert "why a customer purchased"</a:t>
            </a:r>
          </a:p>
          <a:p>
            <a:pPr>
              <a:spcAft>
                <a:spcPts val="300"/>
              </a:spcAft>
            </a:pPr>
            <a:endParaRPr lang="en-US" sz="1200">
              <a:solidFill>
                <a:srgbClr val="187AA8"/>
              </a:solidFill>
              <a:cs typeface="Arial"/>
            </a:endParaRPr>
          </a:p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</a:rPr>
              <a:t>insert "why a customer did NOT purchase"</a:t>
            </a:r>
            <a:endParaRPr lang="en-US">
              <a:solidFill>
                <a:srgbClr val="187AA8"/>
              </a:solidFill>
            </a:endParaRPr>
          </a:p>
        </p:txBody>
      </p:sp>
      <p:sp>
        <p:nvSpPr>
          <p:cNvPr id="78" name="Google Shape;1301;p263">
            <a:extLst>
              <a:ext uri="{FF2B5EF4-FFF2-40B4-BE49-F238E27FC236}">
                <a16:creationId xmlns:a16="http://schemas.microsoft.com/office/drawing/2014/main" id="{135374A7-F4D4-D105-B3DF-C968977ED517}"/>
              </a:ext>
            </a:extLst>
          </p:cNvPr>
          <p:cNvSpPr txBox="1"/>
          <p:nvPr/>
        </p:nvSpPr>
        <p:spPr>
          <a:xfrm>
            <a:off x="9248754" y="5313334"/>
            <a:ext cx="2339600" cy="86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33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</a:rPr>
              <a:t>insert "why a customer purchased"</a:t>
            </a:r>
          </a:p>
          <a:p>
            <a:pPr>
              <a:spcAft>
                <a:spcPts val="300"/>
              </a:spcAft>
            </a:pPr>
            <a:endParaRPr lang="en-US" sz="1200">
              <a:solidFill>
                <a:srgbClr val="187AA8"/>
              </a:solidFill>
              <a:cs typeface="Arial"/>
            </a:endParaRPr>
          </a:p>
          <a:p>
            <a:pPr>
              <a:spcAft>
                <a:spcPts val="300"/>
              </a:spcAft>
            </a:pPr>
            <a:r>
              <a:rPr lang="en-US" sz="1200">
                <a:solidFill>
                  <a:srgbClr val="187AA8"/>
                </a:solidFill>
                <a:cs typeface="Arial"/>
              </a:rPr>
              <a:t>insert "why a customer did NOT purchase"</a:t>
            </a:r>
            <a:endParaRPr lang="en-US">
              <a:solidFill>
                <a:srgbClr val="187AA8"/>
              </a:solidFill>
            </a:endParaRPr>
          </a:p>
        </p:txBody>
      </p:sp>
      <p:sp>
        <p:nvSpPr>
          <p:cNvPr id="4" name="Google Shape;711;p19">
            <a:extLst>
              <a:ext uri="{FF2B5EF4-FFF2-40B4-BE49-F238E27FC236}">
                <a16:creationId xmlns:a16="http://schemas.microsoft.com/office/drawing/2014/main" id="{A3C5741D-C73E-A411-D7CA-290F9E41AE70}"/>
              </a:ext>
            </a:extLst>
          </p:cNvPr>
          <p:cNvSpPr/>
          <p:nvPr/>
        </p:nvSpPr>
        <p:spPr>
          <a:xfrm>
            <a:off x="467806" y="1318966"/>
            <a:ext cx="619086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Arial"/>
              <a:buNone/>
            </a:pPr>
            <a:endParaRPr lang="en-US" sz="1400" b="1">
              <a:solidFill>
                <a:srgbClr val="1716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D68980D2-B2B7-2390-E11B-EDAF318BA07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775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751FE-A977-10F9-D623-8902CD50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368DF51-6638-E992-0468-3452446FE0A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EB485D3F-161C-2927-88C3-C8B1ADA13005}"/>
              </a:ext>
            </a:extLst>
          </p:cNvPr>
          <p:cNvSpPr txBox="1"/>
          <p:nvPr/>
        </p:nvSpPr>
        <p:spPr>
          <a:xfrm>
            <a:off x="548053" y="1497423"/>
            <a:ext cx="2038582" cy="764180"/>
          </a:xfrm>
          <a:prstGeom prst="homePlate">
            <a:avLst>
              <a:gd name="adj" fmla="val 2000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3152" rIns="91440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solidFill>
                  <a:srgbClr val="2F363B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342900" marR="0" lvl="1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Implementation</a:t>
            </a:r>
          </a:p>
          <a:p>
            <a:pPr marR="0" lvl="1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r>
              <a:rPr lang="en-US" sz="14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rPr>
              <a:t> &amp; Early Wins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A8B2A8-97CE-0761-7B24-D242F8775892}"/>
              </a:ext>
            </a:extLst>
          </p:cNvPr>
          <p:cNvSpPr txBox="1"/>
          <p:nvPr/>
        </p:nvSpPr>
        <p:spPr>
          <a:xfrm>
            <a:off x="2460791" y="1497423"/>
            <a:ext cx="2038582" cy="764180"/>
          </a:xfrm>
          <a:prstGeom prst="chevron">
            <a:avLst>
              <a:gd name="adj" fmla="val 2000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3152" rIns="91440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solidFill>
                  <a:srgbClr val="2F363B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Arial" panose="020B0604020202020204" pitchFamily="34" charset="0"/>
              </a:rPr>
              <a:t>2. Mid-Year Review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212062-F56D-FA35-AE8A-ABC089709CA5}"/>
              </a:ext>
            </a:extLst>
          </p:cNvPr>
          <p:cNvSpPr txBox="1"/>
          <p:nvPr/>
        </p:nvSpPr>
        <p:spPr>
          <a:xfrm>
            <a:off x="4373529" y="1497423"/>
            <a:ext cx="2038582" cy="764180"/>
          </a:xfrm>
          <a:prstGeom prst="chevron">
            <a:avLst>
              <a:gd name="adj" fmla="val 2000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3152" rIns="91440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solidFill>
                  <a:srgbClr val="2F363B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lvl="1" algn="ctr">
              <a:lnSpc>
                <a:spcPct val="100000"/>
              </a:lnSpc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3. </a:t>
            </a:r>
            <a:r>
              <a:rPr lang="en-US" sz="14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rPr>
              <a:t>Event Invites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8E364A54-D882-9D2E-3EED-03CBCE65A254}"/>
              </a:ext>
            </a:extLst>
          </p:cNvPr>
          <p:cNvSpPr txBox="1"/>
          <p:nvPr/>
        </p:nvSpPr>
        <p:spPr>
          <a:xfrm>
            <a:off x="6286268" y="1497423"/>
            <a:ext cx="2038582" cy="764180"/>
          </a:xfrm>
          <a:prstGeom prst="chevron">
            <a:avLst>
              <a:gd name="adj" fmla="val 2000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3152" rIns="91440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solidFill>
                  <a:srgbClr val="2F363B"/>
                </a:solidFill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solidFill>
                  <a:srgbClr val="2F363B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4. Renewal  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4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rPr>
              <a:t>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 window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1EBEB009-B81D-4CA1-691B-4EA171F09A39}"/>
              </a:ext>
            </a:extLst>
          </p:cNvPr>
          <p:cNvSpPr txBox="1"/>
          <p:nvPr/>
        </p:nvSpPr>
        <p:spPr>
          <a:xfrm>
            <a:off x="542924" y="2704294"/>
            <a:ext cx="1835771" cy="1661993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key actions or project tracks e.g., Translate strategy into key marketing capabilities required to create growth]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key actions or project tracks]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061F32"/>
                </a:solidFill>
                <a:latin typeface="+mn-lt"/>
                <a:sym typeface="Arial" panose="020B0604020202020204" pitchFamily="34" charset="0"/>
              </a:rPr>
              <a:t>…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AFE470CF-07F9-E885-5441-5A5E5635DF20}"/>
              </a:ext>
            </a:extLst>
          </p:cNvPr>
          <p:cNvSpPr txBox="1"/>
          <p:nvPr/>
        </p:nvSpPr>
        <p:spPr>
          <a:xfrm>
            <a:off x="2517512" y="2704294"/>
            <a:ext cx="1768308" cy="1477328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key actions or project tracks e.g., Identify and assess capability gaps across units and teams]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key actions or project tracks]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061F32"/>
                </a:solidFill>
                <a:latin typeface="+mn-lt"/>
                <a:sym typeface="Arial" panose="020B0604020202020204" pitchFamily="34" charset="0"/>
              </a:rPr>
              <a:t>…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1851C81-62F1-331D-32A6-2101C2E366C3}"/>
              </a:ext>
            </a:extLst>
          </p:cNvPr>
          <p:cNvSpPr txBox="1"/>
          <p:nvPr/>
        </p:nvSpPr>
        <p:spPr>
          <a:xfrm>
            <a:off x="4431775" y="2704294"/>
            <a:ext cx="1768308" cy="1477328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key actions or project tracks e.g., Analyze and assess potential ways to close capability gaps]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key actions or project tracks]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061F32"/>
                </a:solidFill>
                <a:latin typeface="+mn-lt"/>
                <a:sym typeface="Arial" panose="020B0604020202020204" pitchFamily="34" charset="0"/>
              </a:rPr>
              <a:t>…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D3AE6DD-FA99-DC6C-BEAD-36EC052C02AE}"/>
              </a:ext>
            </a:extLst>
          </p:cNvPr>
          <p:cNvSpPr txBox="1"/>
          <p:nvPr/>
        </p:nvSpPr>
        <p:spPr>
          <a:xfrm>
            <a:off x="6342296" y="2704294"/>
            <a:ext cx="1768308" cy="1477328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key actions or project tracks e.g., </a:t>
            </a:r>
            <a:r>
              <a:rPr lang="en-US" sz="1200">
                <a:solidFill>
                  <a:srgbClr val="061F32"/>
                </a:solidFill>
                <a:latin typeface="+mn-lt"/>
                <a:sym typeface="Arial" panose="020B0604020202020204" pitchFamily="34" charset="0"/>
              </a:rPr>
              <a:t>Create and evaluate overall implementation plan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key actions or project tracks]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061F32"/>
                </a:solidFill>
                <a:latin typeface="+mn-lt"/>
                <a:sym typeface="Arial" panose="020B0604020202020204" pitchFamily="34" charset="0"/>
              </a:rPr>
              <a:t>…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F5D3BB9-06F5-148F-CCF9-99E4DBC9EFEF}"/>
              </a:ext>
            </a:extLst>
          </p:cNvPr>
          <p:cNvSpPr txBox="1"/>
          <p:nvPr/>
        </p:nvSpPr>
        <p:spPr>
          <a:xfrm>
            <a:off x="542924" y="5554820"/>
            <a:ext cx="1835771" cy="738664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main deliverables e.g., Capability framework]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061F32"/>
                </a:solidFill>
                <a:latin typeface="+mn-lt"/>
                <a:sym typeface="Arial" panose="020B0604020202020204" pitchFamily="34" charset="0"/>
              </a:rPr>
              <a:t>…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713C377-AB80-5E66-ABF4-EBE68399EBFB}"/>
              </a:ext>
            </a:extLst>
          </p:cNvPr>
          <p:cNvSpPr txBox="1"/>
          <p:nvPr/>
        </p:nvSpPr>
        <p:spPr>
          <a:xfrm>
            <a:off x="2517512" y="5554820"/>
            <a:ext cx="1768308" cy="738664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182880" lvl="1" indent="-182880">
              <a:lnSpc>
                <a:spcPct val="100000"/>
              </a:lnSpc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main deliverables e.g., Gap assessment]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…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07E37430-F766-A00A-0552-AAC0D6D852F7}"/>
              </a:ext>
            </a:extLst>
          </p:cNvPr>
          <p:cNvSpPr txBox="1"/>
          <p:nvPr/>
        </p:nvSpPr>
        <p:spPr>
          <a:xfrm>
            <a:off x="4431775" y="5554820"/>
            <a:ext cx="1768308" cy="738664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182880" lvl="1" indent="-182880">
              <a:lnSpc>
                <a:spcPct val="100000"/>
              </a:lnSpc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main deliverables e.g., Prioritized actions]</a:t>
            </a:r>
          </a:p>
          <a:p>
            <a:pPr marL="182880" lvl="1" indent="-182880">
              <a:lnSpc>
                <a:spcPct val="100000"/>
              </a:lnSpc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61F32"/>
                </a:solidFill>
                <a:latin typeface="+mn-lt"/>
                <a:sym typeface="Arial" panose="020B0604020202020204" pitchFamily="34" charset="0"/>
              </a:rPr>
              <a:t>…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4B3428E6-77C1-BEAB-598D-D48B4D81FDDB}"/>
              </a:ext>
            </a:extLst>
          </p:cNvPr>
          <p:cNvSpPr txBox="1"/>
          <p:nvPr/>
        </p:nvSpPr>
        <p:spPr>
          <a:xfrm>
            <a:off x="6342296" y="5554820"/>
            <a:ext cx="1768308" cy="738664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182880" lvl="1" indent="-182880">
              <a:lnSpc>
                <a:spcPct val="100000"/>
              </a:lnSpc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main deliverables e.g., Implementation plan]</a:t>
            </a:r>
          </a:p>
          <a:p>
            <a:pPr marL="182880" lvl="1" indent="-182880">
              <a:lnSpc>
                <a:spcPct val="100000"/>
              </a:lnSpc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61F32"/>
                </a:solidFill>
                <a:latin typeface="+mn-lt"/>
                <a:sym typeface="Arial" panose="020B0604020202020204" pitchFamily="34" charset="0"/>
              </a:rPr>
              <a:t>…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B9AC800-0563-7FBE-E9DC-7FC339CC206D}"/>
              </a:ext>
            </a:extLst>
          </p:cNvPr>
          <p:cNvCxnSpPr>
            <a:cxnSpLocks/>
          </p:cNvCxnSpPr>
          <p:nvPr/>
        </p:nvCxnSpPr>
        <p:spPr>
          <a:xfrm>
            <a:off x="548053" y="2429683"/>
            <a:ext cx="7573986" cy="0"/>
          </a:xfrm>
          <a:prstGeom prst="line">
            <a:avLst/>
          </a:prstGeom>
          <a:ln w="9525" cap="rnd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8848E26E-576C-201B-AB9E-5E28DAD777A8}"/>
              </a:ext>
            </a:extLst>
          </p:cNvPr>
          <p:cNvSpPr txBox="1"/>
          <p:nvPr/>
        </p:nvSpPr>
        <p:spPr>
          <a:xfrm>
            <a:off x="1215201" y="2337350"/>
            <a:ext cx="704286" cy="184666"/>
          </a:xfrm>
          <a:prstGeom prst="rect">
            <a:avLst/>
          </a:prstGeom>
          <a:solidFill>
            <a:schemeClr val="tx1"/>
          </a:solidFill>
          <a:ln w="6350">
            <a:noFill/>
            <a:prstDash val="sysDash"/>
          </a:ln>
        </p:spPr>
        <p:txBody>
          <a:bodyPr wrap="none" lIns="36000" tIns="0" rIns="3600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xx weeks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CD6C5090-9B38-64EC-B55E-F258EA3BFD38}"/>
              </a:ext>
            </a:extLst>
          </p:cNvPr>
          <p:cNvSpPr txBox="1"/>
          <p:nvPr/>
        </p:nvSpPr>
        <p:spPr>
          <a:xfrm>
            <a:off x="3127939" y="2337350"/>
            <a:ext cx="704286" cy="184666"/>
          </a:xfrm>
          <a:prstGeom prst="rect">
            <a:avLst/>
          </a:prstGeom>
          <a:solidFill>
            <a:schemeClr val="tx1"/>
          </a:solidFill>
          <a:ln w="6350">
            <a:noFill/>
            <a:prstDash val="sysDash"/>
          </a:ln>
        </p:spPr>
        <p:txBody>
          <a:bodyPr wrap="none" lIns="36000" tIns="0" rIns="3600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xx weeks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B2D91DBD-2512-CA6A-1BF3-6AE66A04808B}"/>
              </a:ext>
            </a:extLst>
          </p:cNvPr>
          <p:cNvSpPr txBox="1"/>
          <p:nvPr/>
        </p:nvSpPr>
        <p:spPr>
          <a:xfrm>
            <a:off x="5040677" y="2337350"/>
            <a:ext cx="704286" cy="184666"/>
          </a:xfrm>
          <a:prstGeom prst="rect">
            <a:avLst/>
          </a:prstGeom>
          <a:solidFill>
            <a:schemeClr val="tx1"/>
          </a:solidFill>
          <a:ln w="6350">
            <a:noFill/>
            <a:prstDash val="sysDash"/>
          </a:ln>
        </p:spPr>
        <p:txBody>
          <a:bodyPr wrap="none" lIns="36000" tIns="0" rIns="3600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xx weeks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6E14E5A1-43BA-8408-5861-86A8E10F15E0}"/>
              </a:ext>
            </a:extLst>
          </p:cNvPr>
          <p:cNvSpPr txBox="1"/>
          <p:nvPr/>
        </p:nvSpPr>
        <p:spPr>
          <a:xfrm>
            <a:off x="6953416" y="2337350"/>
            <a:ext cx="704286" cy="184666"/>
          </a:xfrm>
          <a:prstGeom prst="rect">
            <a:avLst/>
          </a:prstGeom>
          <a:solidFill>
            <a:schemeClr val="tx1"/>
          </a:solidFill>
          <a:ln w="6350">
            <a:noFill/>
            <a:prstDash val="sysDash"/>
          </a:ln>
        </p:spPr>
        <p:txBody>
          <a:bodyPr wrap="none" lIns="36000" tIns="0" rIns="36000" bIns="0" rtlCol="0">
            <a:sp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>
                <a:solidFill>
                  <a:srgbClr val="061F32"/>
                </a:solidFill>
                <a:latin typeface="+mn-lt"/>
                <a:sym typeface="Arial" panose="020B0604020202020204" pitchFamily="34" charset="0"/>
              </a:rPr>
              <a:t>x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sym typeface="Arial" panose="020B0604020202020204" pitchFamily="34" charset="0"/>
              </a:rPr>
              <a:t>x weeks</a:t>
            </a: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A65B674D-E3E3-3D94-A346-E2FE2D042032}"/>
              </a:ext>
            </a:extLst>
          </p:cNvPr>
          <p:cNvCxnSpPr>
            <a:cxnSpLocks/>
          </p:cNvCxnSpPr>
          <p:nvPr/>
        </p:nvCxnSpPr>
        <p:spPr>
          <a:xfrm>
            <a:off x="548053" y="5307440"/>
            <a:ext cx="7573986" cy="0"/>
          </a:xfrm>
          <a:prstGeom prst="line">
            <a:avLst/>
          </a:prstGeom>
          <a:ln w="9525" cap="rnd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Rektangel 14">
            <a:extLst>
              <a:ext uri="{FF2B5EF4-FFF2-40B4-BE49-F238E27FC236}">
                <a16:creationId xmlns:a16="http://schemas.microsoft.com/office/drawing/2014/main" id="{4B88BB92-ABA1-1E16-1154-32E4D5FCEE3E}"/>
              </a:ext>
            </a:extLst>
          </p:cNvPr>
          <p:cNvSpPr/>
          <p:nvPr/>
        </p:nvSpPr>
        <p:spPr>
          <a:xfrm>
            <a:off x="8507206" y="1497423"/>
            <a:ext cx="3130058" cy="4796058"/>
          </a:xfrm>
          <a:prstGeom prst="rect">
            <a:avLst/>
          </a:prstGeom>
          <a:solidFill>
            <a:schemeClr val="tx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F363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F83FE-D214-5BF7-3A00-5D46F31A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Expansion Playbook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B3148E-C3F0-77B4-8F09-852CF3A9D6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30" name="Freeform 74">
            <a:extLst>
              <a:ext uri="{FF2B5EF4-FFF2-40B4-BE49-F238E27FC236}">
                <a16:creationId xmlns:a16="http://schemas.microsoft.com/office/drawing/2014/main" id="{B3C7A3BA-7E63-5130-D8AD-B07080566FAD}"/>
              </a:ext>
            </a:extLst>
          </p:cNvPr>
          <p:cNvSpPr>
            <a:spLocks/>
          </p:cNvSpPr>
          <p:nvPr/>
        </p:nvSpPr>
        <p:spPr bwMode="auto">
          <a:xfrm rot="5400000">
            <a:off x="4238808" y="5207035"/>
            <a:ext cx="192475" cy="282424"/>
          </a:xfrm>
          <a:custGeom>
            <a:avLst/>
            <a:gdLst>
              <a:gd name="T0" fmla="*/ 0 w 199"/>
              <a:gd name="T1" fmla="*/ 292 h 292"/>
              <a:gd name="T2" fmla="*/ 199 w 199"/>
              <a:gd name="T3" fmla="*/ 147 h 292"/>
              <a:gd name="T4" fmla="*/ 0 w 199"/>
              <a:gd name="T5" fmla="*/ 0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9" h="292">
                <a:moveTo>
                  <a:pt x="0" y="292"/>
                </a:moveTo>
                <a:lnTo>
                  <a:pt x="199" y="14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D999D77B-5122-D281-E52D-5E3C19B98E6E}"/>
              </a:ext>
            </a:extLst>
          </p:cNvPr>
          <p:cNvSpPr txBox="1"/>
          <p:nvPr/>
        </p:nvSpPr>
        <p:spPr>
          <a:xfrm>
            <a:off x="9264140" y="2563983"/>
            <a:ext cx="2210780" cy="553998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guiding principle e.g., Co-create solutions with local teams to build engagement]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2EDAF2AA-0DF1-EACB-A6EF-5A693372969B}"/>
              </a:ext>
            </a:extLst>
          </p:cNvPr>
          <p:cNvSpPr txBox="1"/>
          <p:nvPr/>
        </p:nvSpPr>
        <p:spPr>
          <a:xfrm>
            <a:off x="9264140" y="3525881"/>
            <a:ext cx="2210780" cy="553998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guiding principle for project]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5866542E-CEC1-FF92-966B-10CF75BA0051}"/>
              </a:ext>
            </a:extLst>
          </p:cNvPr>
          <p:cNvSpPr txBox="1"/>
          <p:nvPr/>
        </p:nvSpPr>
        <p:spPr>
          <a:xfrm>
            <a:off x="9264140" y="4487779"/>
            <a:ext cx="2210780" cy="553998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guiding principle for project]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F308DBA8-9955-79DF-0F5B-C0E233C5D3F8}"/>
              </a:ext>
            </a:extLst>
          </p:cNvPr>
          <p:cNvSpPr txBox="1"/>
          <p:nvPr/>
        </p:nvSpPr>
        <p:spPr>
          <a:xfrm>
            <a:off x="9264140" y="5449676"/>
            <a:ext cx="2210780" cy="553998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Arial" panose="020B0604020202020204" pitchFamily="34" charset="0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Arial" panose="020B0604020202020204" pitchFamily="34" charset="0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Arial" panose="020B0604020202020204" pitchFamily="34" charset="0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Arial" panose="020B0604020202020204" pitchFamily="34" charset="0"/>
              </a:defRPr>
            </a:lvl5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[Insert guiding principle for project]</a:t>
            </a:r>
          </a:p>
        </p:txBody>
      </p:sp>
      <p:sp>
        <p:nvSpPr>
          <p:cNvPr id="453" name="Rectangle 14">
            <a:extLst>
              <a:ext uri="{FF2B5EF4-FFF2-40B4-BE49-F238E27FC236}">
                <a16:creationId xmlns:a16="http://schemas.microsoft.com/office/drawing/2014/main" id="{5F67A864-6C39-B04C-35C5-5F4326379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7206" y="1497423"/>
            <a:ext cx="3130058" cy="614361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wrap="none" lIns="73152" tIns="74094" rIns="74094" bIns="74094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50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DK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Guiding principles</a:t>
            </a: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256B1EDD-6F8C-B2A4-67C8-BC682E80644B}"/>
              </a:ext>
            </a:extLst>
          </p:cNvPr>
          <p:cNvCxnSpPr>
            <a:cxnSpLocks/>
          </p:cNvCxnSpPr>
          <p:nvPr/>
        </p:nvCxnSpPr>
        <p:spPr>
          <a:xfrm>
            <a:off x="8669550" y="3321931"/>
            <a:ext cx="2805370" cy="0"/>
          </a:xfrm>
          <a:prstGeom prst="line">
            <a:avLst/>
          </a:prstGeom>
          <a:ln w="9525" cap="rnd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54DB9946-937A-E673-9758-65D5D96A339C}"/>
              </a:ext>
            </a:extLst>
          </p:cNvPr>
          <p:cNvCxnSpPr>
            <a:cxnSpLocks/>
          </p:cNvCxnSpPr>
          <p:nvPr/>
        </p:nvCxnSpPr>
        <p:spPr>
          <a:xfrm>
            <a:off x="8669550" y="4283829"/>
            <a:ext cx="2805370" cy="0"/>
          </a:xfrm>
          <a:prstGeom prst="line">
            <a:avLst/>
          </a:prstGeom>
          <a:ln w="9525" cap="rnd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F9AF92BB-1DAD-082A-35A9-D86D0F354FA2}"/>
              </a:ext>
            </a:extLst>
          </p:cNvPr>
          <p:cNvCxnSpPr>
            <a:cxnSpLocks/>
          </p:cNvCxnSpPr>
          <p:nvPr/>
        </p:nvCxnSpPr>
        <p:spPr>
          <a:xfrm>
            <a:off x="8669550" y="5245727"/>
            <a:ext cx="2805370" cy="0"/>
          </a:xfrm>
          <a:prstGeom prst="line">
            <a:avLst/>
          </a:prstGeom>
          <a:ln w="9525" cap="rnd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8EAC9A-E58E-8F17-3F59-F9681F191421}"/>
              </a:ext>
            </a:extLst>
          </p:cNvPr>
          <p:cNvCxnSpPr>
            <a:cxnSpLocks/>
          </p:cNvCxnSpPr>
          <p:nvPr/>
        </p:nvCxnSpPr>
        <p:spPr>
          <a:xfrm>
            <a:off x="2445043" y="2704294"/>
            <a:ext cx="0" cy="2355767"/>
          </a:xfrm>
          <a:prstGeom prst="line">
            <a:avLst/>
          </a:prstGeom>
          <a:ln w="9525" cap="rnd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03E2E0-8E58-D611-A040-7C0007EDBA76}"/>
              </a:ext>
            </a:extLst>
          </p:cNvPr>
          <p:cNvCxnSpPr>
            <a:cxnSpLocks/>
          </p:cNvCxnSpPr>
          <p:nvPr/>
        </p:nvCxnSpPr>
        <p:spPr>
          <a:xfrm>
            <a:off x="4358289" y="2704294"/>
            <a:ext cx="0" cy="2355767"/>
          </a:xfrm>
          <a:prstGeom prst="line">
            <a:avLst/>
          </a:prstGeom>
          <a:ln w="9525" cap="rnd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716DD5-1680-EF4D-3CD9-C77C1B6BFF58}"/>
              </a:ext>
            </a:extLst>
          </p:cNvPr>
          <p:cNvCxnSpPr>
            <a:cxnSpLocks/>
          </p:cNvCxnSpPr>
          <p:nvPr/>
        </p:nvCxnSpPr>
        <p:spPr>
          <a:xfrm>
            <a:off x="6273568" y="2704294"/>
            <a:ext cx="0" cy="2355767"/>
          </a:xfrm>
          <a:prstGeom prst="line">
            <a:avLst/>
          </a:prstGeom>
          <a:ln w="9525" cap="rnd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BC363B-AE80-ED6B-1DED-D587CAC607DC}"/>
              </a:ext>
            </a:extLst>
          </p:cNvPr>
          <p:cNvCxnSpPr>
            <a:cxnSpLocks/>
          </p:cNvCxnSpPr>
          <p:nvPr/>
        </p:nvCxnSpPr>
        <p:spPr>
          <a:xfrm>
            <a:off x="2445043" y="5554820"/>
            <a:ext cx="0" cy="751075"/>
          </a:xfrm>
          <a:prstGeom prst="line">
            <a:avLst/>
          </a:prstGeom>
          <a:ln w="9525" cap="rnd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5ED658-CB3B-08CD-D509-E00FA07ED6BF}"/>
              </a:ext>
            </a:extLst>
          </p:cNvPr>
          <p:cNvCxnSpPr>
            <a:cxnSpLocks/>
          </p:cNvCxnSpPr>
          <p:nvPr/>
        </p:nvCxnSpPr>
        <p:spPr>
          <a:xfrm>
            <a:off x="4358289" y="5554820"/>
            <a:ext cx="0" cy="751075"/>
          </a:xfrm>
          <a:prstGeom prst="line">
            <a:avLst/>
          </a:prstGeom>
          <a:ln w="9525" cap="rnd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A1DC7C-DA5E-5E5A-1621-B9A582021B5F}"/>
              </a:ext>
            </a:extLst>
          </p:cNvPr>
          <p:cNvCxnSpPr>
            <a:cxnSpLocks/>
          </p:cNvCxnSpPr>
          <p:nvPr/>
        </p:nvCxnSpPr>
        <p:spPr>
          <a:xfrm>
            <a:off x="6273568" y="5554820"/>
            <a:ext cx="0" cy="751075"/>
          </a:xfrm>
          <a:prstGeom prst="line">
            <a:avLst/>
          </a:prstGeom>
          <a:ln w="9525" cap="rnd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1640966-290B-A56B-BBB2-E32D80D6F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9549" y="2635242"/>
            <a:ext cx="411480" cy="4114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8155D87-CD1D-0E7E-2A06-26D752758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855" y="4559038"/>
            <a:ext cx="411480" cy="4114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3A6658A-05AB-CFC7-B34A-EEE6BD2DA0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855" y="5520935"/>
            <a:ext cx="411480" cy="4114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97DF945-521B-4DDD-4895-5FED6D37F7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855" y="3597140"/>
            <a:ext cx="411480" cy="411480"/>
          </a:xfrm>
          <a:prstGeom prst="rect">
            <a:avLst/>
          </a:prstGeom>
        </p:spPr>
      </p:pic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AE697FBA-481F-9949-33C7-E627EB8E720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535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2DAA07B7-7A44-F5EF-850A-7375DBF76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5F511242-ACC8-5A43-D3F0-6653AA100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4EDA1D79-6266-FA82-C685-2E7463F427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" name="Google Shape;185;p1">
            <a:extLst>
              <a:ext uri="{FF2B5EF4-FFF2-40B4-BE49-F238E27FC236}">
                <a16:creationId xmlns:a16="http://schemas.microsoft.com/office/drawing/2014/main" id="{E62A33FA-74B3-AAD0-2EC2-FE1A532B68F5}"/>
              </a:ext>
            </a:extLst>
          </p:cNvPr>
          <p:cNvSpPr/>
          <p:nvPr/>
        </p:nvSpPr>
        <p:spPr>
          <a:xfrm>
            <a:off x="-2" y="4670853"/>
            <a:ext cx="12192001" cy="2216701"/>
          </a:xfrm>
          <a:prstGeom prst="rect">
            <a:avLst/>
          </a:prstGeom>
          <a:solidFill>
            <a:schemeClr val="tx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">
            <a:extLst>
              <a:ext uri="{FF2B5EF4-FFF2-40B4-BE49-F238E27FC236}">
                <a16:creationId xmlns:a16="http://schemas.microsoft.com/office/drawing/2014/main" id="{141DEF7F-3A2C-FC4A-E0AB-177497DCD8EB}"/>
              </a:ext>
            </a:extLst>
          </p:cNvPr>
          <p:cNvSpPr txBox="1"/>
          <p:nvPr/>
        </p:nvSpPr>
        <p:spPr>
          <a:xfrm>
            <a:off x="332934" y="5071950"/>
            <a:ext cx="7388352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4400"/>
              <a:buFont typeface="Georgia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Monthly Business Review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2000"/>
              <a:buFont typeface="Arial"/>
              <a:buNone/>
              <a:tabLst/>
              <a:defRPr/>
            </a:pPr>
            <a:b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[Subtitle, date]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17E78-1B04-5D11-5527-EE173D4E4FD8}"/>
              </a:ext>
            </a:extLst>
          </p:cNvPr>
          <p:cNvSpPr/>
          <p:nvPr/>
        </p:nvSpPr>
        <p:spPr>
          <a:xfrm>
            <a:off x="9940834" y="5071949"/>
            <a:ext cx="1918232" cy="1384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Sep 2025</a:t>
            </a:r>
          </a:p>
        </p:txBody>
      </p:sp>
    </p:spTree>
    <p:extLst>
      <p:ext uri="{BB962C8B-B14F-4D97-AF65-F5344CB8AC3E}">
        <p14:creationId xmlns:p14="http://schemas.microsoft.com/office/powerpoint/2010/main" val="34775852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ISANNOTATIONSNOTESHOWED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Slideworks" id="{E069DF23-800B-2147-8703-57BAD797A89F}" vid="{C4B098EE-F2FB-4F45-9BF5-C6412EFF7DD9}"/>
    </a:ext>
  </a:extLst>
</a:theme>
</file>

<file path=ppt/theme/theme2.xml><?xml version="1.0" encoding="utf-8"?>
<a:theme xmlns:a="http://schemas.openxmlformats.org/drawingml/2006/main" name="1_Dark">
  <a:themeElements>
    <a:clrScheme name="Scheme Blue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8C5A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White)">
      <a:srgbClr val="FFFFFF"/>
    </a:custClr>
    <a:custClr name="Linear 2 (Pale Blue)">
      <a:srgbClr val="AAE6F0"/>
    </a:custClr>
    <a:custClr name="Linear 3">
      <a:srgbClr val="71D2F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neFirm-English (United States)-Wide.potx" id="{50FC1F8C-36A8-43E0-A709-09110D5475E7}" vid="{00C64DB9-B4DC-496F-9AB5-5DAD18BDE9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1629ABABE04548815CED519D7334E7" ma:contentTypeVersion="3" ma:contentTypeDescription="Create a new document." ma:contentTypeScope="" ma:versionID="ab09af1df6155a3da5548a14fdb5d26b">
  <xsd:schema xmlns:xsd="http://www.w3.org/2001/XMLSchema" xmlns:xs="http://www.w3.org/2001/XMLSchema" xmlns:p="http://schemas.microsoft.com/office/2006/metadata/properties" xmlns:ns2="46f876a2-3f42-4e33-be58-85e3b85b30cb" targetNamespace="http://schemas.microsoft.com/office/2006/metadata/properties" ma:root="true" ma:fieldsID="318e5db904538c6e67ea7be4920fdb99" ns2:_="">
    <xsd:import namespace="46f876a2-3f42-4e33-be58-85e3b85b30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876a2-3f42-4e33-be58-85e3b85b30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C870CBA-9089-401F-A833-236BCC6AF0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FED371-B0E3-4157-97D5-55B2015B66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f876a2-3f42-4e33-be58-85e3b85b30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29C9C2-08B9-4AD0-ADCD-2F36F93817D3}">
  <ds:schemaRefs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46f876a2-3f42-4e33-be58-85e3b85b30cb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1329</Words>
  <Application>Microsoft Macintosh PowerPoint</Application>
  <PresentationFormat>Widescreen</PresentationFormat>
  <Paragraphs>236</Paragraphs>
  <Slides>12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Georgia</vt:lpstr>
      <vt:lpstr>Helvetica Neue</vt:lpstr>
      <vt:lpstr>Segoe UI</vt:lpstr>
      <vt:lpstr>Wingdings</vt:lpstr>
      <vt:lpstr>Slideworks</vt:lpstr>
      <vt:lpstr>1_Dark</vt:lpstr>
      <vt:lpstr>think-cell Slide</vt:lpstr>
      <vt:lpstr>[Slide take-away as Title]</vt:lpstr>
      <vt:lpstr>[Slide take-away as Title]</vt:lpstr>
      <vt:lpstr>Market A [key takeaway]</vt:lpstr>
      <vt:lpstr>Market B [key takeaway]]</vt:lpstr>
      <vt:lpstr>Market C [key take-away]</vt:lpstr>
      <vt:lpstr>Customer Persona's</vt:lpstr>
      <vt:lpstr>Persona’s</vt:lpstr>
      <vt:lpstr>Event Triggers</vt:lpstr>
      <vt:lpstr>Voice of Customer</vt:lpstr>
      <vt:lpstr>Purchase decision quotes</vt:lpstr>
      <vt:lpstr>Expansion Playbook</vt:lpstr>
      <vt:lpstr>PowerPoint Presentation</vt:lpstr>
    </vt:vector>
  </TitlesOfParts>
  <Manager/>
  <Company>Slideworks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Consulting Proposal</dc:subject>
  <dc:creator>Slideworks</dc:creator>
  <cp:keywords>business, business development, consulting, project proposal</cp:keywords>
  <dc:description>Copyright of Slideworks.io. Any unauthorized distribution prohibited. See our full terms and conditions at https://slideworks.io/terms </dc:description>
  <cp:lastModifiedBy>Will Sullivan</cp:lastModifiedBy>
  <cp:revision>54</cp:revision>
  <dcterms:created xsi:type="dcterms:W3CDTF">2023-03-08T19:54:29Z</dcterms:created>
  <dcterms:modified xsi:type="dcterms:W3CDTF">2025-11-13T23:02:03Z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0x0101002F1629ABABE04548815CED519D7334E7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xd_Signature">
    <vt:bool>false</vt:bool>
  </property>
</Properties>
</file>